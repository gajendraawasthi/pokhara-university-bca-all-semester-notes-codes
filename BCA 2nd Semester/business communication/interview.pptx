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8" r:id="rId4"/>
    <p:sldId id="259" r:id="rId5"/>
    <p:sldId id="260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           Interview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3891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lvl="0"/>
            <a:r>
              <a:rPr lang="en-US" dirty="0" smtClean="0"/>
              <a:t>Interaction between interviewer and interviewee.</a:t>
            </a:r>
          </a:p>
          <a:p>
            <a:pPr lvl="0"/>
            <a:r>
              <a:rPr lang="en-US" dirty="0" smtClean="0">
                <a:solidFill>
                  <a:srgbClr val="FF0000"/>
                </a:solidFill>
              </a:rPr>
              <a:t>Top </a:t>
            </a:r>
            <a:r>
              <a:rPr lang="en-US" dirty="0">
                <a:solidFill>
                  <a:srgbClr val="FF0000"/>
                </a:solidFill>
              </a:rPr>
              <a:t>competition</a:t>
            </a:r>
            <a:r>
              <a:rPr lang="en-US" dirty="0"/>
              <a:t> to be selected for a post.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Performance</a:t>
            </a:r>
            <a:r>
              <a:rPr lang="en-US" dirty="0"/>
              <a:t> is greater than degree and document.</a:t>
            </a:r>
          </a:p>
          <a:p>
            <a:pPr lvl="0"/>
            <a:r>
              <a:rPr lang="en-US" dirty="0"/>
              <a:t>Getting work is not enough rather </a:t>
            </a:r>
            <a:r>
              <a:rPr lang="en-US" dirty="0" smtClean="0"/>
              <a:t> there is the </a:t>
            </a:r>
            <a:r>
              <a:rPr lang="en-US" dirty="0" smtClean="0">
                <a:solidFill>
                  <a:srgbClr val="FF0000"/>
                </a:solidFill>
              </a:rPr>
              <a:t>demand </a:t>
            </a:r>
            <a:r>
              <a:rPr lang="en-US" dirty="0">
                <a:solidFill>
                  <a:srgbClr val="FF0000"/>
                </a:solidFill>
              </a:rPr>
              <a:t>of fast and well performance.</a:t>
            </a:r>
          </a:p>
          <a:p>
            <a:pPr lvl="0"/>
            <a:r>
              <a:rPr lang="en-US" dirty="0"/>
              <a:t>Need of </a:t>
            </a:r>
            <a:r>
              <a:rPr lang="en-US" dirty="0">
                <a:solidFill>
                  <a:srgbClr val="FF0000"/>
                </a:solidFill>
              </a:rPr>
              <a:t>dynamic </a:t>
            </a:r>
            <a:r>
              <a:rPr lang="en-US" dirty="0" smtClean="0">
                <a:solidFill>
                  <a:srgbClr val="FF0000"/>
                </a:solidFill>
              </a:rPr>
              <a:t>and caliber </a:t>
            </a:r>
            <a:r>
              <a:rPr lang="en-US" dirty="0">
                <a:solidFill>
                  <a:srgbClr val="FF0000"/>
                </a:solidFill>
              </a:rPr>
              <a:t>personal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Face to </a:t>
            </a:r>
            <a:r>
              <a:rPr lang="en-US" dirty="0" smtClean="0"/>
              <a:t>face</a:t>
            </a:r>
            <a:r>
              <a:rPr lang="en-US" dirty="0"/>
              <a:t> </a:t>
            </a:r>
            <a:r>
              <a:rPr lang="en-US" dirty="0" smtClean="0"/>
              <a:t>and virtual </a:t>
            </a:r>
            <a:r>
              <a:rPr lang="en-US" dirty="0"/>
              <a:t>interview.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Talents are on sale</a:t>
            </a:r>
            <a:r>
              <a:rPr lang="en-US" dirty="0"/>
              <a:t>- employer tries to evaluate if the talents are worth buying.</a:t>
            </a:r>
          </a:p>
          <a:p>
            <a:pPr lvl="0"/>
            <a:r>
              <a:rPr lang="en-US" dirty="0"/>
              <a:t>Talents should be presented in an </a:t>
            </a:r>
            <a:r>
              <a:rPr lang="en-US" dirty="0">
                <a:solidFill>
                  <a:srgbClr val="FF0000"/>
                </a:solidFill>
              </a:rPr>
              <a:t>impressive way.</a:t>
            </a:r>
          </a:p>
          <a:p>
            <a:pPr lvl="0"/>
            <a:r>
              <a:rPr lang="en-US" dirty="0" smtClean="0"/>
              <a:t>With</a:t>
            </a:r>
            <a:r>
              <a:rPr lang="en-US" dirty="0" smtClean="0"/>
              <a:t> </a:t>
            </a:r>
            <a:r>
              <a:rPr lang="en-US" dirty="0"/>
              <a:t>skill and experience </a:t>
            </a:r>
            <a:r>
              <a:rPr lang="en-US" dirty="0" smtClean="0"/>
              <a:t>need</a:t>
            </a:r>
            <a:r>
              <a:rPr lang="en-US" dirty="0" smtClean="0"/>
              <a:t>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maintain professionalism.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Sharpen communication skill and get psychologically prepared.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C:\Users\lenovo\Downloads\serious-hr-managers-listen-african-applicant-job-interview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239" y="746760"/>
            <a:ext cx="2194561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15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</a:rPr>
              <a:t>How to be prepared for interview?</a:t>
            </a:r>
            <a:endParaRPr lang="en-US" sz="3600" dirty="0">
              <a:solidFill>
                <a:srgbClr val="00B0F0"/>
              </a:solidFill>
            </a:endParaRPr>
          </a:p>
          <a:p>
            <a:pPr lvl="0"/>
            <a:r>
              <a:rPr lang="en-US" dirty="0">
                <a:solidFill>
                  <a:srgbClr val="FF0000"/>
                </a:solidFill>
              </a:rPr>
              <a:t>Gather information about institution</a:t>
            </a:r>
            <a:r>
              <a:rPr lang="en-US" dirty="0"/>
              <a:t>: history, background, achievements, products etc.</a:t>
            </a:r>
          </a:p>
          <a:p>
            <a:pPr lvl="0"/>
            <a:r>
              <a:rPr lang="en-US" dirty="0"/>
              <a:t>For institutional </a:t>
            </a:r>
            <a:r>
              <a:rPr lang="en-US" dirty="0">
                <a:solidFill>
                  <a:srgbClr val="FF0000"/>
                </a:solidFill>
              </a:rPr>
              <a:t>information</a:t>
            </a:r>
            <a:r>
              <a:rPr lang="en-US" dirty="0"/>
              <a:t> read brochure, pamphlets, visit website etc.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Refresh knowledge </a:t>
            </a:r>
            <a:r>
              <a:rPr lang="en-US" dirty="0"/>
              <a:t>by reading different materials to be updated in the field of specialization.</a:t>
            </a:r>
          </a:p>
          <a:p>
            <a:pPr lvl="0"/>
            <a:r>
              <a:rPr lang="en-US" dirty="0"/>
              <a:t>Try to </a:t>
            </a:r>
            <a:r>
              <a:rPr lang="en-US" dirty="0">
                <a:solidFill>
                  <a:srgbClr val="FF0000"/>
                </a:solidFill>
              </a:rPr>
              <a:t>know about interviewer</a:t>
            </a:r>
            <a:r>
              <a:rPr lang="en-US" dirty="0"/>
              <a:t> in detail.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Practice</a:t>
            </a:r>
            <a:r>
              <a:rPr lang="en-US" dirty="0"/>
              <a:t> interview with somebody, get feedback and try </a:t>
            </a:r>
            <a:r>
              <a:rPr lang="en-US" dirty="0" smtClean="0"/>
              <a:t>for</a:t>
            </a:r>
            <a:r>
              <a:rPr lang="en-US" dirty="0" smtClean="0"/>
              <a:t>  </a:t>
            </a:r>
            <a:r>
              <a:rPr lang="en-US" dirty="0"/>
              <a:t>improvement.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91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900" b="1" dirty="0"/>
              <a:t>What the interviewer look for?</a:t>
            </a:r>
            <a:endParaRPr lang="en-US" sz="3900" dirty="0"/>
          </a:p>
          <a:p>
            <a:pPr lvl="0"/>
            <a:r>
              <a:rPr lang="en-US" dirty="0">
                <a:solidFill>
                  <a:srgbClr val="FF0000"/>
                </a:solidFill>
              </a:rPr>
              <a:t>Personality projection</a:t>
            </a:r>
            <a:r>
              <a:rPr lang="en-US" dirty="0"/>
              <a:t>- suits for the job or not.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Communication skill</a:t>
            </a:r>
            <a:r>
              <a:rPr lang="en-US" dirty="0"/>
              <a:t> </a:t>
            </a:r>
            <a:r>
              <a:rPr lang="en-US" dirty="0" smtClean="0"/>
              <a:t>-to </a:t>
            </a:r>
            <a:r>
              <a:rPr lang="en-US" dirty="0"/>
              <a:t>maintain human relationship.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Knowledge</a:t>
            </a:r>
            <a:r>
              <a:rPr lang="en-US" dirty="0"/>
              <a:t>- in the area of specialization, academic excellence, strength and weakness.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Loyalty and dedication</a:t>
            </a:r>
            <a:r>
              <a:rPr lang="en-US" dirty="0"/>
              <a:t>- know about past record to be informed </a:t>
            </a:r>
            <a:r>
              <a:rPr lang="en-US" dirty="0" smtClean="0"/>
              <a:t>regarding loyalty </a:t>
            </a:r>
            <a:r>
              <a:rPr lang="en-US" dirty="0"/>
              <a:t>and dedication. 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Development of an institution</a:t>
            </a:r>
            <a:r>
              <a:rPr lang="en-US" dirty="0"/>
              <a:t>: your contribution will be in </a:t>
            </a:r>
            <a:r>
              <a:rPr lang="en-US" dirty="0" smtClean="0"/>
              <a:t>future, share </a:t>
            </a:r>
            <a:r>
              <a:rPr lang="en-US" dirty="0"/>
              <a:t>innovative </a:t>
            </a:r>
            <a:r>
              <a:rPr lang="en-US" dirty="0" smtClean="0"/>
              <a:t>ideas and </a:t>
            </a:r>
            <a:r>
              <a:rPr lang="en-US" dirty="0"/>
              <a:t>past and present </a:t>
            </a:r>
            <a:r>
              <a:rPr lang="en-US" dirty="0" smtClean="0"/>
              <a:t> achievements.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57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12800" b="1" dirty="0" smtClean="0">
                <a:solidFill>
                  <a:srgbClr val="FF0000"/>
                </a:solidFill>
              </a:rPr>
              <a:t>       </a:t>
            </a:r>
            <a:r>
              <a:rPr lang="en-US" sz="12800" b="1" dirty="0" smtClean="0">
                <a:solidFill>
                  <a:srgbClr val="FF0000"/>
                </a:solidFill>
              </a:rPr>
              <a:t>Dos </a:t>
            </a:r>
            <a:r>
              <a:rPr lang="en-US" sz="12800" b="1" dirty="0">
                <a:solidFill>
                  <a:srgbClr val="FF0000"/>
                </a:solidFill>
              </a:rPr>
              <a:t>for </a:t>
            </a:r>
            <a:r>
              <a:rPr lang="en-US" sz="12800" b="1" dirty="0" smtClean="0">
                <a:solidFill>
                  <a:srgbClr val="FF0000"/>
                </a:solidFill>
              </a:rPr>
              <a:t>Interview</a:t>
            </a:r>
            <a:endParaRPr lang="en-US" sz="12800" b="1" dirty="0">
              <a:solidFill>
                <a:srgbClr val="FF0000"/>
              </a:solidFill>
            </a:endParaRPr>
          </a:p>
          <a:p>
            <a:pPr lvl="0"/>
            <a:r>
              <a:rPr lang="en-US" sz="7200" dirty="0"/>
              <a:t>Wear formal and neat cloth.</a:t>
            </a:r>
          </a:p>
          <a:p>
            <a:pPr lvl="0"/>
            <a:r>
              <a:rPr lang="en-US" sz="7200" dirty="0"/>
              <a:t>Be on time.</a:t>
            </a:r>
          </a:p>
          <a:p>
            <a:pPr lvl="0"/>
            <a:r>
              <a:rPr lang="en-US" sz="7200" dirty="0"/>
              <a:t>Enter the room with permission.</a:t>
            </a:r>
          </a:p>
          <a:p>
            <a:pPr lvl="0"/>
            <a:r>
              <a:rPr lang="en-US" sz="7200" dirty="0"/>
              <a:t>Greeting- saying good morning/good afternoon/ Namaste.</a:t>
            </a:r>
          </a:p>
          <a:p>
            <a:pPr lvl="0"/>
            <a:r>
              <a:rPr lang="en-US" sz="7200" dirty="0"/>
              <a:t>Take seat </a:t>
            </a:r>
            <a:r>
              <a:rPr lang="en-US" sz="7200" dirty="0" smtClean="0"/>
              <a:t>only after  taking </a:t>
            </a:r>
            <a:r>
              <a:rPr lang="en-US" sz="7200" dirty="0"/>
              <a:t>permission.</a:t>
            </a:r>
          </a:p>
          <a:p>
            <a:pPr lvl="0"/>
            <a:r>
              <a:rPr lang="en-US" sz="7200" dirty="0"/>
              <a:t>L</a:t>
            </a:r>
            <a:r>
              <a:rPr lang="en-US" sz="7200" dirty="0" smtClean="0"/>
              <a:t>ook </a:t>
            </a:r>
            <a:r>
              <a:rPr lang="en-US" sz="7200" dirty="0"/>
              <a:t>calm and cool.</a:t>
            </a:r>
          </a:p>
          <a:p>
            <a:pPr lvl="0"/>
            <a:r>
              <a:rPr lang="en-US" sz="7200" dirty="0"/>
              <a:t>Pleasant face with natural smile.</a:t>
            </a:r>
          </a:p>
          <a:p>
            <a:pPr lvl="0"/>
            <a:r>
              <a:rPr lang="en-US" sz="7200" dirty="0"/>
              <a:t>Don’t lean and touch </a:t>
            </a:r>
            <a:r>
              <a:rPr lang="en-US" sz="7200" dirty="0" smtClean="0"/>
              <a:t>interviewer’s </a:t>
            </a:r>
            <a:r>
              <a:rPr lang="en-US" sz="7200" dirty="0"/>
              <a:t>table.</a:t>
            </a:r>
          </a:p>
          <a:p>
            <a:pPr lvl="0"/>
            <a:r>
              <a:rPr lang="en-US" sz="7200" dirty="0"/>
              <a:t>Sit in a relaxed way without changing the position frequently.</a:t>
            </a:r>
          </a:p>
          <a:p>
            <a:pPr lvl="0"/>
            <a:r>
              <a:rPr lang="en-US" sz="7200" dirty="0"/>
              <a:t>Listen carefully.</a:t>
            </a:r>
          </a:p>
          <a:p>
            <a:pPr lvl="0"/>
            <a:r>
              <a:rPr lang="en-US" sz="7200" dirty="0"/>
              <a:t>Be concerned with body language.</a:t>
            </a:r>
          </a:p>
          <a:p>
            <a:pPr lvl="0"/>
            <a:r>
              <a:rPr lang="en-US" sz="7200" dirty="0"/>
              <a:t>Maintain eye contact.</a:t>
            </a:r>
          </a:p>
          <a:p>
            <a:pPr lvl="0"/>
            <a:r>
              <a:rPr lang="en-US" sz="7200" dirty="0"/>
              <a:t>Speak in conversational style.</a:t>
            </a:r>
          </a:p>
          <a:p>
            <a:pPr lvl="0"/>
            <a:r>
              <a:rPr lang="en-US" sz="7200" dirty="0"/>
              <a:t>Look enthusiastic and cheerful without shy feeling.</a:t>
            </a:r>
          </a:p>
          <a:p>
            <a:pPr lvl="0"/>
            <a:r>
              <a:rPr lang="en-US" sz="7200" dirty="0"/>
              <a:t>Be honest while presenting ideas, situations etc.</a:t>
            </a:r>
          </a:p>
          <a:p>
            <a:pPr lvl="0"/>
            <a:r>
              <a:rPr lang="en-US" sz="7200" dirty="0"/>
              <a:t>Support your </a:t>
            </a:r>
            <a:r>
              <a:rPr lang="en-US" sz="7200" dirty="0" smtClean="0"/>
              <a:t> views </a:t>
            </a:r>
            <a:r>
              <a:rPr lang="en-US" sz="7200" dirty="0"/>
              <a:t>with proper arguments.</a:t>
            </a:r>
          </a:p>
          <a:p>
            <a:pPr lvl="0"/>
            <a:r>
              <a:rPr lang="en-US" sz="7200" dirty="0"/>
              <a:t>Give answer in brief and to the </a:t>
            </a:r>
            <a:r>
              <a:rPr lang="en-US" sz="7200" dirty="0" smtClean="0"/>
              <a:t> point</a:t>
            </a:r>
            <a:r>
              <a:rPr lang="en-US" sz="7200" dirty="0"/>
              <a:t>.</a:t>
            </a:r>
          </a:p>
          <a:p>
            <a:pPr lvl="0"/>
            <a:r>
              <a:rPr lang="en-US" sz="7200" dirty="0"/>
              <a:t>Present the relevant matter in an organized way.</a:t>
            </a:r>
          </a:p>
          <a:p>
            <a:pPr lvl="0"/>
            <a:r>
              <a:rPr lang="en-US" sz="7200" dirty="0"/>
              <a:t>Maintain mental </a:t>
            </a:r>
            <a:r>
              <a:rPr lang="en-US" sz="7200" dirty="0" smtClean="0"/>
              <a:t> alertness </a:t>
            </a:r>
            <a:r>
              <a:rPr lang="en-US" sz="7200" dirty="0"/>
              <a:t>with little humor.</a:t>
            </a:r>
          </a:p>
          <a:p>
            <a:pPr lvl="0"/>
            <a:r>
              <a:rPr lang="en-US" sz="7200" dirty="0"/>
              <a:t>Be consistent in your claim.</a:t>
            </a:r>
          </a:p>
          <a:p>
            <a:pPr lvl="0"/>
            <a:r>
              <a:rPr lang="en-US" sz="7200" dirty="0"/>
              <a:t>Maintain courtesy both in manners and speech</a:t>
            </a:r>
            <a:r>
              <a:rPr lang="en-US" sz="7200" dirty="0" smtClean="0"/>
              <a:t>.</a:t>
            </a:r>
          </a:p>
          <a:p>
            <a:pPr lvl="0"/>
            <a:r>
              <a:rPr lang="en-US" sz="7200" dirty="0" smtClean="0"/>
              <a:t>After  the interview leave hall with confidence.</a:t>
            </a:r>
            <a:endParaRPr lang="en-US" sz="7200" dirty="0"/>
          </a:p>
          <a:p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29110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3891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0000"/>
                </a:solidFill>
              </a:rPr>
              <a:t>Don’ts for an </a:t>
            </a:r>
            <a:r>
              <a:rPr lang="en-US" sz="4200" b="1" dirty="0" smtClean="0">
                <a:solidFill>
                  <a:srgbClr val="FF0000"/>
                </a:solidFill>
              </a:rPr>
              <a:t>Interview</a:t>
            </a:r>
            <a:endParaRPr lang="en-US" sz="4200" dirty="0">
              <a:solidFill>
                <a:srgbClr val="FF0000"/>
              </a:solidFill>
            </a:endParaRPr>
          </a:p>
          <a:p>
            <a:pPr lvl="0"/>
            <a:r>
              <a:rPr lang="en-US" dirty="0"/>
              <a:t>Do not give irrelevant answer.</a:t>
            </a:r>
          </a:p>
          <a:p>
            <a:pPr lvl="0"/>
            <a:r>
              <a:rPr lang="en-US" dirty="0"/>
              <a:t>Do not give excessive details of the topic.</a:t>
            </a:r>
          </a:p>
          <a:p>
            <a:pPr lvl="0"/>
            <a:r>
              <a:rPr lang="en-US" dirty="0"/>
              <a:t>Avoid flattery.</a:t>
            </a:r>
          </a:p>
          <a:p>
            <a:pPr lvl="0"/>
            <a:r>
              <a:rPr lang="en-US" dirty="0"/>
              <a:t>Don’t try to change the topic.</a:t>
            </a:r>
          </a:p>
          <a:p>
            <a:pPr lvl="0"/>
            <a:r>
              <a:rPr lang="en-US" dirty="0"/>
              <a:t>Don’t interrupt and argue.</a:t>
            </a:r>
          </a:p>
          <a:p>
            <a:pPr lvl="0"/>
            <a:r>
              <a:rPr lang="en-US" dirty="0"/>
              <a:t>Don’t be emotional.</a:t>
            </a:r>
          </a:p>
          <a:p>
            <a:pPr lvl="0"/>
            <a:r>
              <a:rPr lang="en-US" dirty="0"/>
              <a:t>Don’t enter into a political controversy.</a:t>
            </a:r>
          </a:p>
          <a:p>
            <a:pPr lvl="0"/>
            <a:r>
              <a:rPr lang="en-US" dirty="0"/>
              <a:t>Avoid long pausing while speaking.</a:t>
            </a:r>
          </a:p>
          <a:p>
            <a:pPr lvl="0"/>
            <a:r>
              <a:rPr lang="en-US" dirty="0"/>
              <a:t>Don’t keep smiling all the time.</a:t>
            </a:r>
          </a:p>
          <a:p>
            <a:pPr lvl="0"/>
            <a:r>
              <a:rPr lang="en-US" dirty="0"/>
              <a:t>Don’t touch your button, hair etc.</a:t>
            </a:r>
          </a:p>
          <a:p>
            <a:pPr lvl="0"/>
            <a:r>
              <a:rPr lang="en-US" dirty="0"/>
              <a:t>Don’t be over talkative and acknowledge ignorance.</a:t>
            </a:r>
          </a:p>
          <a:p>
            <a:pPr lvl="0"/>
            <a:r>
              <a:rPr lang="en-US" dirty="0"/>
              <a:t>Don’t give evasive reply to hide your ignorance</a:t>
            </a:r>
            <a:r>
              <a:rPr lang="en-US" dirty="0" smtClean="0"/>
              <a:t>.</a:t>
            </a:r>
          </a:p>
          <a:p>
            <a:pPr lvl="0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29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389120"/>
          </a:xfrm>
        </p:spPr>
        <p:txBody>
          <a:bodyPr/>
          <a:lstStyle/>
          <a:p>
            <a:r>
              <a:rPr lang="en-US" dirty="0" smtClean="0"/>
              <a:t>What do you understand by interview? Write some dos and don’ts for an effective interview.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376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176</TotalTime>
  <Words>490</Words>
  <Application>Microsoft Office PowerPoint</Application>
  <PresentationFormat>On-screen Show (4:3)</PresentationFormat>
  <Paragraphs>63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           Interview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</dc:title>
  <dc:creator>JOSHI SHANKAR</dc:creator>
  <cp:lastModifiedBy>lenovo</cp:lastModifiedBy>
  <cp:revision>15</cp:revision>
  <dcterms:created xsi:type="dcterms:W3CDTF">2006-08-16T00:00:00Z</dcterms:created>
  <dcterms:modified xsi:type="dcterms:W3CDTF">2025-05-21T10:21:32Z</dcterms:modified>
</cp:coreProperties>
</file>