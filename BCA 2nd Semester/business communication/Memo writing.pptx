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2" r:id="rId3"/>
    <p:sldId id="257" r:id="rId4"/>
    <p:sldId id="258" r:id="rId5"/>
    <p:sldId id="259" r:id="rId6"/>
    <p:sldId id="260" r:id="rId7"/>
    <p:sldId id="261"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34" autoAdjust="0"/>
    <p:restoredTop sz="94660"/>
  </p:normalViewPr>
  <p:slideViewPr>
    <p:cSldViewPr>
      <p:cViewPr varScale="1">
        <p:scale>
          <a:sx n="69" d="100"/>
          <a:sy n="69" d="100"/>
        </p:scale>
        <p:origin x="-143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5/14/2025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5/14/2025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5/14/2025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5/14/2025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685800"/>
            <a:ext cx="7851648" cy="1828800"/>
          </a:xfrm>
        </p:spPr>
        <p:txBody>
          <a:bodyPr/>
          <a:lstStyle/>
          <a:p>
            <a:pPr algn="ctr"/>
            <a:r>
              <a:rPr lang="en-US" dirty="0" smtClean="0"/>
              <a:t> </a:t>
            </a:r>
            <a:endParaRPr lang="en-US" dirty="0"/>
          </a:p>
        </p:txBody>
      </p:sp>
      <p:sp>
        <p:nvSpPr>
          <p:cNvPr id="3" name="Subtitle 2"/>
          <p:cNvSpPr>
            <a:spLocks noGrp="1"/>
          </p:cNvSpPr>
          <p:nvPr>
            <p:ph type="subTitle" idx="1"/>
          </p:nvPr>
        </p:nvSpPr>
        <p:spPr>
          <a:xfrm>
            <a:off x="0" y="914400"/>
            <a:ext cx="7854696" cy="1752600"/>
          </a:xfrm>
        </p:spPr>
        <p:txBody>
          <a:bodyPr>
            <a:noAutofit/>
          </a:bodyPr>
          <a:lstStyle/>
          <a:p>
            <a:pPr algn="ctr"/>
            <a:r>
              <a:rPr lang="en-US" sz="8000" b="1" dirty="0"/>
              <a:t>Memorandum </a:t>
            </a:r>
          </a:p>
        </p:txBody>
      </p:sp>
      <p:pic>
        <p:nvPicPr>
          <p:cNvPr id="4" name="Picture 4" descr="See the source image">
            <a:extLst>
              <a:ext uri="{FF2B5EF4-FFF2-40B4-BE49-F238E27FC236}">
                <a16:creationId xmlns="" xmlns:a16="http://schemas.microsoft.com/office/drawing/2014/main" id="{63F0747C-7DC0-4A4E-900A-077D8D883A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87" t="12304" r="6083" b="5593"/>
          <a:stretch/>
        </p:blipFill>
        <p:spPr bwMode="auto">
          <a:xfrm>
            <a:off x="4918434" y="2209800"/>
            <a:ext cx="3996966" cy="32711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389120"/>
          </a:xfrm>
        </p:spPr>
        <p:txBody>
          <a:bodyPr>
            <a:normAutofit fontScale="77500" lnSpcReduction="20000"/>
          </a:bodyPr>
          <a:lstStyle/>
          <a:p>
            <a:r>
              <a:rPr lang="en-US" sz="2800" dirty="0"/>
              <a:t>Memorandum is a short piece of writing generally used by the officers of an organization for communicating among themselves. </a:t>
            </a:r>
          </a:p>
          <a:p>
            <a:r>
              <a:rPr lang="en-US" sz="2800" dirty="0"/>
              <a:t>It is also called interoffice  memorandum.</a:t>
            </a:r>
          </a:p>
          <a:p>
            <a:r>
              <a:rPr lang="en-US" sz="2800" dirty="0"/>
              <a:t>Its style is objective, factual and lucid.</a:t>
            </a:r>
          </a:p>
          <a:p>
            <a:r>
              <a:rPr lang="en-US" sz="2800" dirty="0"/>
              <a:t>No attempt is made to make an emotional appeal to the reader or to create a psychological impact on him.</a:t>
            </a:r>
          </a:p>
          <a:p>
            <a:r>
              <a:rPr lang="en-US" sz="2800" dirty="0"/>
              <a:t>It ensures quick  and  smooth flow of information in all directions.</a:t>
            </a:r>
          </a:p>
          <a:p>
            <a:r>
              <a:rPr lang="en-US" sz="2800" dirty="0"/>
              <a:t>It enables officers to maintain good business relationship as well as it helps to establish accountability.</a:t>
            </a:r>
          </a:p>
          <a:p>
            <a:r>
              <a:rPr lang="en-US" sz="2800" dirty="0"/>
              <a:t>The difference between memo and letter is that, Memos are circulated within the organization whereas letters are usually sent outside the organization.</a:t>
            </a:r>
          </a:p>
          <a:p>
            <a:endParaRPr lang="en-US" dirty="0"/>
          </a:p>
        </p:txBody>
      </p:sp>
    </p:spTree>
    <p:extLst>
      <p:ext uri="{BB962C8B-B14F-4D97-AF65-F5344CB8AC3E}">
        <p14:creationId xmlns:p14="http://schemas.microsoft.com/office/powerpoint/2010/main" val="1825044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Purpose of writing Memos</a:t>
            </a:r>
            <a:endParaRPr lang="en-US" dirty="0"/>
          </a:p>
        </p:txBody>
      </p:sp>
      <p:sp>
        <p:nvSpPr>
          <p:cNvPr id="3" name="Content Placeholder 2"/>
          <p:cNvSpPr>
            <a:spLocks noGrp="1"/>
          </p:cNvSpPr>
          <p:nvPr>
            <p:ph idx="1"/>
          </p:nvPr>
        </p:nvSpPr>
        <p:spPr/>
        <p:txBody>
          <a:bodyPr/>
          <a:lstStyle/>
          <a:p>
            <a:r>
              <a:rPr lang="en-US" dirty="0" smtClean="0"/>
              <a:t>To explain something that has happened.</a:t>
            </a:r>
          </a:p>
          <a:p>
            <a:r>
              <a:rPr lang="en-US" dirty="0" smtClean="0"/>
              <a:t>To arrange a meeting or invite someone for something.</a:t>
            </a:r>
          </a:p>
          <a:p>
            <a:r>
              <a:rPr lang="en-US" dirty="0" smtClean="0"/>
              <a:t>To instruct someone of something.</a:t>
            </a:r>
          </a:p>
          <a:p>
            <a:r>
              <a:rPr lang="en-US" dirty="0" smtClean="0"/>
              <a:t>To apologize for something you have done.</a:t>
            </a:r>
          </a:p>
          <a:p>
            <a:r>
              <a:rPr lang="en-US" dirty="0" smtClean="0"/>
              <a:t>To ask someone about something.(for inquiries or request)</a:t>
            </a:r>
          </a:p>
          <a:p>
            <a:r>
              <a:rPr lang="en-US" dirty="0" smtClean="0"/>
              <a:t>To report on the progress of a project.</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normAutofit fontScale="90000"/>
          </a:bodyPr>
          <a:lstStyle/>
          <a:p>
            <a:r>
              <a:rPr lang="en-US" sz="4000" b="1" dirty="0" smtClean="0"/>
              <a:t>Points to be noted while preparing memos</a:t>
            </a:r>
            <a:endParaRPr lang="en-US" sz="4000" b="1" dirty="0"/>
          </a:p>
        </p:txBody>
      </p:sp>
      <p:sp>
        <p:nvSpPr>
          <p:cNvPr id="3" name="Content Placeholder 2"/>
          <p:cNvSpPr>
            <a:spLocks noGrp="1"/>
          </p:cNvSpPr>
          <p:nvPr>
            <p:ph idx="1"/>
          </p:nvPr>
        </p:nvSpPr>
        <p:spPr>
          <a:xfrm>
            <a:off x="0" y="1219200"/>
            <a:ext cx="8229600" cy="4389120"/>
          </a:xfrm>
        </p:spPr>
        <p:txBody>
          <a:bodyPr>
            <a:noAutofit/>
          </a:bodyPr>
          <a:lstStyle/>
          <a:p>
            <a:r>
              <a:rPr lang="en-US" sz="2400" dirty="0" smtClean="0"/>
              <a:t>Memo deals only one subject at a time.</a:t>
            </a:r>
          </a:p>
          <a:p>
            <a:r>
              <a:rPr lang="en-US" sz="2400" dirty="0" smtClean="0"/>
              <a:t>Impersonal style of language is used.</a:t>
            </a:r>
          </a:p>
          <a:p>
            <a:r>
              <a:rPr lang="en-US" sz="2400" dirty="0" smtClean="0"/>
              <a:t>It must contain factual detail.</a:t>
            </a:r>
          </a:p>
          <a:p>
            <a:r>
              <a:rPr lang="en-US" sz="2400" dirty="0" smtClean="0"/>
              <a:t>The heading should be written maintaining double space.</a:t>
            </a:r>
          </a:p>
          <a:p>
            <a:r>
              <a:rPr lang="en-US" sz="2400" dirty="0" smtClean="0"/>
              <a:t>No salutation/ greeting, no complementary close.</a:t>
            </a:r>
          </a:p>
          <a:p>
            <a:r>
              <a:rPr lang="en-US" sz="2400" b="1" dirty="0" smtClean="0">
                <a:solidFill>
                  <a:srgbClr val="FF0000"/>
                </a:solidFill>
              </a:rPr>
              <a:t>Standard Memo format:</a:t>
            </a:r>
          </a:p>
          <a:p>
            <a:pPr>
              <a:buNone/>
            </a:pPr>
            <a:r>
              <a:rPr lang="en-US" sz="2400" dirty="0" smtClean="0">
                <a:solidFill>
                  <a:srgbClr val="FF0000"/>
                </a:solidFill>
              </a:rPr>
              <a:t>    </a:t>
            </a:r>
            <a:r>
              <a:rPr lang="en-US" sz="2400" dirty="0" smtClean="0"/>
              <a:t>  To:                     </a:t>
            </a:r>
          </a:p>
          <a:p>
            <a:pPr>
              <a:buNone/>
            </a:pPr>
            <a:r>
              <a:rPr lang="en-US" sz="2400" dirty="0" smtClean="0"/>
              <a:t>      From:</a:t>
            </a:r>
          </a:p>
          <a:p>
            <a:pPr>
              <a:buNone/>
            </a:pPr>
            <a:r>
              <a:rPr lang="en-US" sz="2400" dirty="0" smtClean="0"/>
              <a:t>      Date:</a:t>
            </a:r>
          </a:p>
          <a:p>
            <a:pPr>
              <a:buNone/>
            </a:pPr>
            <a:r>
              <a:rPr lang="en-US" sz="2400" dirty="0" smtClean="0"/>
              <a:t>      Subject:</a:t>
            </a:r>
          </a:p>
          <a:p>
            <a:pPr>
              <a:buNone/>
            </a:pPr>
            <a:r>
              <a:rPr lang="en-US" sz="2400" dirty="0" smtClean="0"/>
              <a:t>       Body:</a:t>
            </a:r>
            <a:endParaRPr 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1143000"/>
          </a:xfrm>
        </p:spPr>
        <p:txBody>
          <a:bodyPr/>
          <a:lstStyle/>
          <a:p>
            <a:r>
              <a:rPr lang="en-US" dirty="0" smtClean="0"/>
              <a:t>Different components of memo</a:t>
            </a:r>
            <a:endParaRPr lang="en-US" dirty="0"/>
          </a:p>
        </p:txBody>
      </p:sp>
      <p:sp>
        <p:nvSpPr>
          <p:cNvPr id="3" name="Content Placeholder 2"/>
          <p:cNvSpPr>
            <a:spLocks noGrp="1"/>
          </p:cNvSpPr>
          <p:nvPr>
            <p:ph idx="1"/>
          </p:nvPr>
        </p:nvSpPr>
        <p:spPr>
          <a:xfrm>
            <a:off x="457200" y="1524000"/>
            <a:ext cx="8229600" cy="4389120"/>
          </a:xfrm>
        </p:spPr>
        <p:txBody>
          <a:bodyPr>
            <a:normAutofit fontScale="77500" lnSpcReduction="20000"/>
          </a:bodyPr>
          <a:lstStyle/>
          <a:p>
            <a:r>
              <a:rPr lang="en-US" b="1" dirty="0" smtClean="0">
                <a:solidFill>
                  <a:srgbClr val="FF0000"/>
                </a:solidFill>
              </a:rPr>
              <a:t>Reference no: </a:t>
            </a:r>
            <a:r>
              <a:rPr lang="en-US" dirty="0" smtClean="0"/>
              <a:t>generally placed on the top left hand corner of the page.</a:t>
            </a:r>
            <a:endParaRPr lang="en-US" b="1" dirty="0" smtClean="0">
              <a:solidFill>
                <a:srgbClr val="FF0000"/>
              </a:solidFill>
            </a:endParaRPr>
          </a:p>
          <a:p>
            <a:r>
              <a:rPr lang="en-US" b="1" dirty="0" smtClean="0">
                <a:solidFill>
                  <a:srgbClr val="FF0000"/>
                </a:solidFill>
              </a:rPr>
              <a:t>To- </a:t>
            </a:r>
            <a:r>
              <a:rPr lang="en-US" dirty="0" smtClean="0"/>
              <a:t>Recipient’s name/ designation</a:t>
            </a:r>
          </a:p>
          <a:p>
            <a:r>
              <a:rPr lang="en-US" b="1" dirty="0" smtClean="0">
                <a:solidFill>
                  <a:srgbClr val="FF0000"/>
                </a:solidFill>
              </a:rPr>
              <a:t>From-</a:t>
            </a:r>
            <a:r>
              <a:rPr lang="en-US" dirty="0" smtClean="0"/>
              <a:t> Sender’s name/designation</a:t>
            </a:r>
            <a:endParaRPr lang="en-US" b="1" dirty="0" smtClean="0">
              <a:solidFill>
                <a:srgbClr val="FF0000"/>
              </a:solidFill>
            </a:endParaRPr>
          </a:p>
          <a:p>
            <a:r>
              <a:rPr lang="en-US" b="1" dirty="0" smtClean="0">
                <a:solidFill>
                  <a:srgbClr val="FF0000"/>
                </a:solidFill>
              </a:rPr>
              <a:t>Date:</a:t>
            </a:r>
            <a:r>
              <a:rPr lang="en-US" dirty="0" smtClean="0"/>
              <a:t> submission date just below the  sender’s name.</a:t>
            </a:r>
          </a:p>
          <a:p>
            <a:r>
              <a:rPr lang="en-US" b="1" dirty="0" smtClean="0">
                <a:solidFill>
                  <a:srgbClr val="FF0000"/>
                </a:solidFill>
              </a:rPr>
              <a:t>Topic or the subject:</a:t>
            </a:r>
            <a:r>
              <a:rPr lang="en-US" dirty="0" smtClean="0"/>
              <a:t> on which the memo is going to be written is normally placed just below the date</a:t>
            </a:r>
            <a:r>
              <a:rPr lang="en-US" b="1" dirty="0" smtClean="0">
                <a:solidFill>
                  <a:srgbClr val="FF0000"/>
                </a:solidFill>
              </a:rPr>
              <a:t>.</a:t>
            </a:r>
          </a:p>
          <a:p>
            <a:r>
              <a:rPr lang="en-US" b="1" dirty="0" smtClean="0">
                <a:solidFill>
                  <a:srgbClr val="FF0000"/>
                </a:solidFill>
              </a:rPr>
              <a:t>The body: </a:t>
            </a:r>
            <a:r>
              <a:rPr lang="en-US" dirty="0" smtClean="0"/>
              <a:t>important part of the memo containing the message that the sender intends to convey. It must provide the details of the message. It depends on the purpose like requesting, informing, justifying etc.</a:t>
            </a:r>
            <a:endParaRPr lang="en-US" b="1" dirty="0" smtClean="0">
              <a:solidFill>
                <a:srgbClr val="FF0000"/>
              </a:solidFill>
            </a:endParaRPr>
          </a:p>
          <a:p>
            <a:r>
              <a:rPr lang="en-US" b="1" dirty="0" smtClean="0">
                <a:solidFill>
                  <a:srgbClr val="FF0000"/>
                </a:solidFill>
              </a:rPr>
              <a:t>Signature of the sender:</a:t>
            </a:r>
            <a:r>
              <a:rPr lang="en-US" dirty="0" smtClean="0"/>
              <a:t> placed at the left side at the bottom of the memorandum just below the ending of the body.</a:t>
            </a:r>
            <a:endParaRPr lang="en-US" b="1" dirty="0" smtClean="0">
              <a:solidFill>
                <a:srgbClr val="FF0000"/>
              </a:solidFill>
            </a:endParaRPr>
          </a:p>
          <a:p>
            <a:r>
              <a:rPr lang="en-US" b="1" dirty="0" smtClean="0">
                <a:solidFill>
                  <a:srgbClr val="FF0000"/>
                </a:solidFill>
              </a:rPr>
              <a:t>Cc: </a:t>
            </a:r>
            <a:r>
              <a:rPr lang="en-US" dirty="0" smtClean="0"/>
              <a:t>place to the left corner of the memo just below the signature of the sender.</a:t>
            </a:r>
          </a:p>
          <a:p>
            <a:endParaRPr lang="en-US" dirty="0" smtClean="0"/>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237488"/>
          </a:xfrm>
        </p:spPr>
        <p:txBody>
          <a:bodyPr/>
          <a:lstStyle/>
          <a:p>
            <a:pPr algn="ctr"/>
            <a:r>
              <a:rPr lang="en-US" dirty="0" smtClean="0"/>
              <a:t>Format of Memo</a:t>
            </a:r>
            <a:endParaRPr lang="en-US" dirty="0"/>
          </a:p>
        </p:txBody>
      </p:sp>
      <p:sp>
        <p:nvSpPr>
          <p:cNvPr id="3" name="Content Placeholder 2"/>
          <p:cNvSpPr>
            <a:spLocks noGrp="1"/>
          </p:cNvSpPr>
          <p:nvPr>
            <p:ph idx="1"/>
          </p:nvPr>
        </p:nvSpPr>
        <p:spPr>
          <a:xfrm>
            <a:off x="381000" y="1447800"/>
            <a:ext cx="8229600" cy="4389120"/>
          </a:xfrm>
        </p:spPr>
        <p:txBody>
          <a:bodyPr>
            <a:noAutofit/>
          </a:bodyPr>
          <a:lstStyle/>
          <a:p>
            <a:pPr>
              <a:buNone/>
            </a:pPr>
            <a:r>
              <a:rPr lang="en-US" sz="2000" dirty="0" smtClean="0"/>
              <a:t>To: all students and staffs </a:t>
            </a:r>
          </a:p>
          <a:p>
            <a:pPr>
              <a:buNone/>
            </a:pPr>
            <a:r>
              <a:rPr lang="en-US" sz="2000" dirty="0" smtClean="0"/>
              <a:t>From: principal(sometimes name and signature)</a:t>
            </a:r>
          </a:p>
          <a:p>
            <a:pPr>
              <a:buNone/>
            </a:pPr>
            <a:r>
              <a:rPr lang="en-US" sz="2000" dirty="0" smtClean="0"/>
              <a:t>Date:  </a:t>
            </a:r>
            <a:r>
              <a:rPr lang="en-US" sz="2000" dirty="0" err="1" smtClean="0"/>
              <a:t>2o</a:t>
            </a:r>
            <a:r>
              <a:rPr lang="en-US" sz="2000" baseline="30000" dirty="0" err="1" smtClean="0"/>
              <a:t>th</a:t>
            </a:r>
            <a:r>
              <a:rPr lang="en-US" sz="2000" dirty="0" smtClean="0"/>
              <a:t> July, 2023</a:t>
            </a:r>
          </a:p>
          <a:p>
            <a:pPr>
              <a:buNone/>
            </a:pPr>
            <a:r>
              <a:rPr lang="en-US" sz="2000" dirty="0" smtClean="0"/>
              <a:t>subject: </a:t>
            </a:r>
            <a:r>
              <a:rPr lang="en-US" sz="2000" dirty="0"/>
              <a:t>T</a:t>
            </a:r>
            <a:r>
              <a:rPr lang="en-US" sz="2000" dirty="0" smtClean="0"/>
              <a:t>o </a:t>
            </a:r>
            <a:r>
              <a:rPr lang="en-US" sz="2000" dirty="0"/>
              <a:t>A</a:t>
            </a:r>
            <a:r>
              <a:rPr lang="en-US" sz="2000" dirty="0" smtClean="0"/>
              <a:t>ttend </a:t>
            </a:r>
            <a:r>
              <a:rPr lang="en-US" sz="2000" dirty="0"/>
              <a:t>F</a:t>
            </a:r>
            <a:r>
              <a:rPr lang="en-US" sz="2000" dirty="0" smtClean="0"/>
              <a:t>ootball </a:t>
            </a:r>
            <a:r>
              <a:rPr lang="en-US" sz="2000" dirty="0"/>
              <a:t>F</a:t>
            </a:r>
            <a:r>
              <a:rPr lang="en-US" sz="2000" dirty="0" smtClean="0"/>
              <a:t>inal </a:t>
            </a:r>
            <a:r>
              <a:rPr lang="en-US" sz="2000" dirty="0"/>
              <a:t>E</a:t>
            </a:r>
            <a:r>
              <a:rPr lang="en-US" sz="2000" dirty="0" smtClean="0"/>
              <a:t>vent</a:t>
            </a:r>
          </a:p>
          <a:p>
            <a:pPr>
              <a:buNone/>
            </a:pPr>
            <a:r>
              <a:rPr lang="en-US" sz="2000" dirty="0" smtClean="0"/>
              <a:t>It is known that the students of  </a:t>
            </a:r>
            <a:r>
              <a:rPr lang="en-US" sz="2000" dirty="0"/>
              <a:t>N</a:t>
            </a:r>
            <a:r>
              <a:rPr lang="en-US" sz="2000" dirty="0" smtClean="0"/>
              <a:t>ational Academy of Science and Technology (NAST) have won the semifinal match and are going to play the final match. The final match is going to be held between </a:t>
            </a:r>
            <a:r>
              <a:rPr lang="en-US" sz="2000" dirty="0" err="1" smtClean="0"/>
              <a:t>KMC</a:t>
            </a:r>
            <a:r>
              <a:rPr lang="en-US" sz="2000" dirty="0" smtClean="0"/>
              <a:t> and NAST on  22 July 2023 in the sport ground of  </a:t>
            </a:r>
            <a:r>
              <a:rPr lang="en-US" sz="2000" dirty="0" err="1" smtClean="0"/>
              <a:t>Dhangadhi</a:t>
            </a:r>
            <a:r>
              <a:rPr lang="en-US" sz="2000" dirty="0" smtClean="0"/>
              <a:t>, </a:t>
            </a:r>
            <a:r>
              <a:rPr lang="en-US" sz="2000" dirty="0" err="1" smtClean="0"/>
              <a:t>kailali</a:t>
            </a:r>
            <a:r>
              <a:rPr lang="en-US" sz="2000" dirty="0" smtClean="0"/>
              <a:t>. Hence all are requested to participate in the event as spectators in order to cheer and give moral support to the players.</a:t>
            </a:r>
          </a:p>
          <a:p>
            <a:pPr>
              <a:buNone/>
            </a:pPr>
            <a:r>
              <a:rPr lang="en-US" sz="2000" dirty="0" smtClean="0"/>
              <a:t>Buses for the event depart at 2 pm on that very day.</a:t>
            </a:r>
          </a:p>
          <a:p>
            <a:pPr>
              <a:buNone/>
            </a:pPr>
            <a:r>
              <a:rPr lang="en-US" sz="2000" dirty="0" smtClean="0"/>
              <a:t>……………..</a:t>
            </a:r>
          </a:p>
          <a:p>
            <a:pPr>
              <a:buNone/>
            </a:pPr>
            <a:r>
              <a:rPr lang="en-US" sz="2000" dirty="0" smtClean="0"/>
              <a:t>Principal</a:t>
            </a:r>
          </a:p>
          <a:p>
            <a:pPr>
              <a:buNone/>
            </a:pPr>
            <a:r>
              <a:rPr lang="en-US" sz="2000" dirty="0" smtClean="0"/>
              <a:t>Cc:</a:t>
            </a:r>
          </a:p>
          <a:p>
            <a:pPr>
              <a:buNone/>
            </a:pPr>
            <a:r>
              <a:rPr lang="en-US" sz="2000" dirty="0" smtClean="0"/>
              <a:t> The administration section</a:t>
            </a:r>
          </a:p>
          <a:p>
            <a:pPr>
              <a:buNone/>
            </a:pPr>
            <a:endParaRPr lang="en-US" sz="2000" dirty="0" smtClean="0"/>
          </a:p>
          <a:p>
            <a:endParaRPr lang="en-US" sz="20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389120"/>
          </a:xfrm>
        </p:spPr>
        <p:txBody>
          <a:bodyPr/>
          <a:lstStyle/>
          <a:p>
            <a:pPr marL="0" indent="0">
              <a:buNone/>
            </a:pPr>
            <a:r>
              <a:rPr lang="en-US" dirty="0" smtClean="0">
                <a:solidFill>
                  <a:srgbClr val="FF0000"/>
                </a:solidFill>
              </a:rPr>
              <a:t>Assignment</a:t>
            </a:r>
            <a:r>
              <a:rPr lang="en-US" dirty="0" smtClean="0"/>
              <a:t> </a:t>
            </a:r>
          </a:p>
          <a:p>
            <a:r>
              <a:rPr lang="en-US" dirty="0"/>
              <a:t> As a head of an organization you are worried about the amount of time employees are spending during the ' tea break'. Prepare a memo and circulate to all employees, asking them to be at their desk during duty hours.                               </a:t>
            </a:r>
          </a:p>
        </p:txBody>
      </p:sp>
    </p:spTree>
    <p:extLst>
      <p:ext uri="{BB962C8B-B14F-4D97-AF65-F5344CB8AC3E}">
        <p14:creationId xmlns:p14="http://schemas.microsoft.com/office/powerpoint/2010/main" val="4732976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181</TotalTime>
  <Words>547</Words>
  <Application>Microsoft Office PowerPoint</Application>
  <PresentationFormat>On-screen Show (4:3)</PresentationFormat>
  <Paragraphs>50</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Flow</vt:lpstr>
      <vt:lpstr> </vt:lpstr>
      <vt:lpstr>PowerPoint Presentation</vt:lpstr>
      <vt:lpstr>Purpose of writing Memos</vt:lpstr>
      <vt:lpstr>Points to be noted while preparing memos</vt:lpstr>
      <vt:lpstr>Different components of memo</vt:lpstr>
      <vt:lpstr>Format of Memo</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Memorandum </dc:title>
  <dc:creator>JOSHI SHANKAR</dc:creator>
  <cp:lastModifiedBy>lenovo</cp:lastModifiedBy>
  <cp:revision>26</cp:revision>
  <dcterms:created xsi:type="dcterms:W3CDTF">2006-08-16T00:00:00Z</dcterms:created>
  <dcterms:modified xsi:type="dcterms:W3CDTF">2025-05-14T12:39:20Z</dcterms:modified>
</cp:coreProperties>
</file>