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57" r:id="rId4"/>
    <p:sldId id="258" r:id="rId5"/>
    <p:sldId id="259" r:id="rId6"/>
    <p:sldId id="260"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5/19/2025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5/19/2025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5/19/2025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5/19/2025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52400"/>
            <a:ext cx="7851648" cy="1828800"/>
          </a:xfrm>
        </p:spPr>
        <p:txBody>
          <a:bodyPr/>
          <a:lstStyle/>
          <a:p>
            <a:pPr algn="ctr"/>
            <a:r>
              <a:rPr lang="en-US" sz="4400" dirty="0" smtClean="0"/>
              <a:t> </a:t>
            </a:r>
            <a:r>
              <a:rPr lang="en-US" sz="4400" dirty="0"/>
              <a:t>J</a:t>
            </a:r>
            <a:r>
              <a:rPr lang="en-US" sz="4400" dirty="0" smtClean="0"/>
              <a:t>ob Application </a:t>
            </a:r>
            <a:r>
              <a:rPr lang="en-US" sz="4400" dirty="0" smtClean="0"/>
              <a:t>and CV/Resume</a:t>
            </a:r>
            <a:endParaRPr lang="en-US" sz="4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389120"/>
          </a:xfrm>
        </p:spPr>
        <p:txBody>
          <a:bodyPr>
            <a:normAutofit fontScale="77500" lnSpcReduction="20000"/>
          </a:bodyPr>
          <a:lstStyle/>
          <a:p>
            <a:pPr marL="0" indent="0" algn="ctr">
              <a:buNone/>
            </a:pPr>
            <a:r>
              <a:rPr lang="en-US" sz="5600" b="1" dirty="0" smtClean="0">
                <a:solidFill>
                  <a:srgbClr val="FF0000"/>
                </a:solidFill>
              </a:rPr>
              <a:t>Structure</a:t>
            </a:r>
          </a:p>
          <a:p>
            <a:r>
              <a:rPr lang="en-US" sz="2800" dirty="0" smtClean="0"/>
              <a:t>The </a:t>
            </a:r>
            <a:r>
              <a:rPr lang="en-US" sz="2800" dirty="0"/>
              <a:t>heading</a:t>
            </a:r>
          </a:p>
          <a:p>
            <a:r>
              <a:rPr lang="en-US" sz="2800" dirty="0"/>
              <a:t>The superscription/inside address</a:t>
            </a:r>
          </a:p>
          <a:p>
            <a:r>
              <a:rPr lang="en-US" sz="2800" dirty="0"/>
              <a:t>The salutation</a:t>
            </a:r>
          </a:p>
          <a:p>
            <a:r>
              <a:rPr lang="en-US" sz="2800" dirty="0"/>
              <a:t>The body </a:t>
            </a:r>
          </a:p>
          <a:p>
            <a:r>
              <a:rPr lang="en-US" sz="2800" dirty="0"/>
              <a:t>The ending the subscription</a:t>
            </a:r>
          </a:p>
          <a:p>
            <a:r>
              <a:rPr lang="en-US" sz="2800" dirty="0"/>
              <a:t>The signature and the name</a:t>
            </a:r>
          </a:p>
          <a:p>
            <a:r>
              <a:rPr lang="en-US" sz="2800" dirty="0"/>
              <a:t>The letter of application for a job having three paragraphs is appropriate ones.</a:t>
            </a:r>
          </a:p>
          <a:p>
            <a:r>
              <a:rPr lang="en-US" sz="2800" dirty="0"/>
              <a:t>Introduction: the introductory paragraph includes</a:t>
            </a:r>
          </a:p>
          <a:p>
            <a:r>
              <a:rPr lang="en-US" sz="2800" dirty="0"/>
              <a:t>Where /when you found the job opening</a:t>
            </a:r>
          </a:p>
          <a:p>
            <a:r>
              <a:rPr lang="en-US" sz="2800" dirty="0"/>
              <a:t>Which specific job you are applying for </a:t>
            </a:r>
          </a:p>
          <a:p>
            <a:endParaRPr lang="en-US" sz="2800" dirty="0"/>
          </a:p>
          <a:p>
            <a:endParaRPr lang="en-US" sz="2800" dirty="0"/>
          </a:p>
          <a:p>
            <a:endParaRPr lang="en-US" dirty="0"/>
          </a:p>
          <a:p>
            <a:endParaRPr lang="en-US" dirty="0"/>
          </a:p>
        </p:txBody>
      </p:sp>
    </p:spTree>
    <p:extLst>
      <p:ext uri="{BB962C8B-B14F-4D97-AF65-F5344CB8AC3E}">
        <p14:creationId xmlns:p14="http://schemas.microsoft.com/office/powerpoint/2010/main" val="17577618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229600" cy="4389120"/>
          </a:xfrm>
        </p:spPr>
        <p:txBody>
          <a:bodyPr>
            <a:noAutofit/>
          </a:bodyPr>
          <a:lstStyle/>
          <a:p>
            <a:r>
              <a:rPr lang="en-US" sz="2000" b="1" dirty="0" smtClean="0">
                <a:solidFill>
                  <a:srgbClr val="FF0000"/>
                </a:solidFill>
              </a:rPr>
              <a:t>Introduction:</a:t>
            </a:r>
          </a:p>
          <a:p>
            <a:r>
              <a:rPr lang="en-US" sz="2000" dirty="0" smtClean="0"/>
              <a:t>While writing the first sentence of the introductory paragraph, the applicants can take recourse to the following kinds of sentences:</a:t>
            </a:r>
          </a:p>
          <a:p>
            <a:r>
              <a:rPr lang="en-US" sz="2000" dirty="0" smtClean="0"/>
              <a:t>I would like to apply for the position of a …………….advertised in The Kathmandu Post on ………….</a:t>
            </a:r>
          </a:p>
          <a:p>
            <a:r>
              <a:rPr lang="en-US" sz="2000" dirty="0" smtClean="0"/>
              <a:t>I wish to apply for the post of ………………..advertised in…………..on……….</a:t>
            </a:r>
          </a:p>
          <a:p>
            <a:r>
              <a:rPr lang="en-US" sz="2000" dirty="0" smtClean="0"/>
              <a:t>I have come to know through some reliable sources that you have a vacancy for the post of ………….in your renowned organization.</a:t>
            </a:r>
          </a:p>
          <a:p>
            <a:r>
              <a:rPr lang="en-US" sz="2000" dirty="0" smtClean="0"/>
              <a:t>In response to your advertisement, I would like to offer my candidacy for the position of………………..</a:t>
            </a:r>
          </a:p>
          <a:p>
            <a:r>
              <a:rPr lang="en-US" sz="2000" dirty="0" smtClean="0"/>
              <a:t>Having been informed through the advertisement published in…….on……..that your organization required the service of a qualified, energetic, punctual and dedicated personal for the post of a……………….</a:t>
            </a:r>
          </a:p>
          <a:p>
            <a:r>
              <a:rPr lang="en-US" sz="2000" dirty="0" smtClean="0"/>
              <a:t>I wish to offer myself as a candidate for the post of……….advertised………. </a:t>
            </a:r>
            <a:endParaRPr lang="en-US" sz="2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229600" cy="4389120"/>
          </a:xfrm>
        </p:spPr>
        <p:txBody>
          <a:bodyPr>
            <a:noAutofit/>
          </a:bodyPr>
          <a:lstStyle/>
          <a:p>
            <a:r>
              <a:rPr lang="en-US" sz="2400" b="1" dirty="0" smtClean="0">
                <a:solidFill>
                  <a:srgbClr val="FF0000"/>
                </a:solidFill>
              </a:rPr>
              <a:t>Discussion: </a:t>
            </a:r>
          </a:p>
          <a:p>
            <a:r>
              <a:rPr lang="en-US" sz="2400" dirty="0" smtClean="0"/>
              <a:t>This paragraph includes academic qualification, experience, professional skills, your determination and the promise.</a:t>
            </a:r>
          </a:p>
          <a:p>
            <a:r>
              <a:rPr lang="en-US" sz="2400" dirty="0" smtClean="0"/>
              <a:t>Present your unique assets which underscore your necessity to the advertised position. </a:t>
            </a:r>
          </a:p>
          <a:p>
            <a:r>
              <a:rPr lang="en-US" sz="2400" dirty="0" smtClean="0"/>
              <a:t>It is effective to include the related skills and experience that support the coming job.</a:t>
            </a:r>
          </a:p>
          <a:p>
            <a:r>
              <a:rPr lang="en-US" sz="2400" dirty="0" smtClean="0"/>
              <a:t>The following sentences are relevant in this part:</a:t>
            </a:r>
          </a:p>
          <a:p>
            <a:r>
              <a:rPr lang="en-US" sz="2400" dirty="0" smtClean="0"/>
              <a:t>Since I meet all the required qualifications and experience conditions, I wish to offer my candidature for the same and supply hereunder my details relevant to the job.</a:t>
            </a:r>
          </a:p>
          <a:p>
            <a:r>
              <a:rPr lang="en-US" sz="2400" dirty="0" smtClean="0"/>
              <a:t>As I possess the requisite qualification so I beg to offer my service for the same.</a:t>
            </a:r>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4389120"/>
          </a:xfrm>
        </p:spPr>
        <p:txBody>
          <a:bodyPr>
            <a:noAutofit/>
          </a:bodyPr>
          <a:lstStyle/>
          <a:p>
            <a:r>
              <a:rPr lang="en-US" sz="2400" b="1" dirty="0" smtClean="0">
                <a:solidFill>
                  <a:srgbClr val="FF0000"/>
                </a:solidFill>
              </a:rPr>
              <a:t>Ending:</a:t>
            </a:r>
            <a:r>
              <a:rPr lang="en-US" sz="2400" dirty="0" smtClean="0"/>
              <a:t> in this section the letter is formally concluded.</a:t>
            </a:r>
          </a:p>
          <a:p>
            <a:r>
              <a:rPr lang="en-US" sz="2400" dirty="0" smtClean="0"/>
              <a:t>I assure you sir,  that if I selected I shall do any work most conscientiously.</a:t>
            </a:r>
          </a:p>
          <a:p>
            <a:r>
              <a:rPr lang="en-US" sz="2400" dirty="0" smtClean="0"/>
              <a:t>In case you select me I assure you that I shall do my work very sincerely.</a:t>
            </a:r>
          </a:p>
          <a:p>
            <a:r>
              <a:rPr lang="en-US" sz="2400" dirty="0" smtClean="0"/>
              <a:t>If I get the chance to serve in your esteemed organization I shall leave no stone unturned for the progress and enhancement of the organization</a:t>
            </a:r>
          </a:p>
          <a:p>
            <a:r>
              <a:rPr lang="en-US" sz="2400" dirty="0" smtClean="0">
                <a:solidFill>
                  <a:srgbClr val="00B0F0"/>
                </a:solidFill>
              </a:rPr>
              <a:t>If you favor me with an appointment I shall do my best to work to the entire enhancement of organization/ satisfaction of my seniors.</a:t>
            </a:r>
          </a:p>
          <a:p>
            <a:r>
              <a:rPr lang="en-US" sz="2400" dirty="0" smtClean="0"/>
              <a:t>I look forward to hearing from you soon.</a:t>
            </a:r>
          </a:p>
          <a:p>
            <a:r>
              <a:rPr lang="en-US" sz="2400" dirty="0" smtClean="0"/>
              <a:t>I am looking forward to receiving your favorable response.</a:t>
            </a:r>
          </a:p>
          <a:p>
            <a:r>
              <a:rPr lang="en-US" sz="2400" dirty="0" smtClean="0"/>
              <a:t>I hope the positive response from you.</a:t>
            </a:r>
          </a:p>
          <a:p>
            <a:endParaRPr 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143000"/>
          </a:xfrm>
        </p:spPr>
        <p:txBody>
          <a:bodyPr/>
          <a:lstStyle/>
          <a:p>
            <a:pPr algn="ctr"/>
            <a:r>
              <a:rPr lang="en-US" sz="4000" dirty="0" smtClean="0"/>
              <a:t>Format of job application</a:t>
            </a:r>
            <a:endParaRPr lang="en-US" sz="4000" dirty="0"/>
          </a:p>
        </p:txBody>
      </p:sp>
      <p:sp>
        <p:nvSpPr>
          <p:cNvPr id="3" name="Content Placeholder 2"/>
          <p:cNvSpPr>
            <a:spLocks noGrp="1"/>
          </p:cNvSpPr>
          <p:nvPr>
            <p:ph idx="1"/>
          </p:nvPr>
        </p:nvSpPr>
        <p:spPr>
          <a:xfrm>
            <a:off x="457200" y="1371600"/>
            <a:ext cx="8229600" cy="4389120"/>
          </a:xfrm>
        </p:spPr>
        <p:txBody>
          <a:bodyPr>
            <a:normAutofit fontScale="25000" lnSpcReduction="20000"/>
          </a:bodyPr>
          <a:lstStyle/>
          <a:p>
            <a:pPr>
              <a:buNone/>
            </a:pPr>
            <a:r>
              <a:rPr lang="en-US" sz="7200" dirty="0" err="1" smtClean="0"/>
              <a:t>Dhangadhi</a:t>
            </a:r>
            <a:r>
              <a:rPr lang="en-US" sz="7200" dirty="0" smtClean="0"/>
              <a:t> </a:t>
            </a:r>
          </a:p>
          <a:p>
            <a:pPr>
              <a:buNone/>
            </a:pPr>
            <a:r>
              <a:rPr lang="en-US" sz="7200" dirty="0" err="1" smtClean="0"/>
              <a:t>Kailali</a:t>
            </a:r>
            <a:endParaRPr lang="en-US" sz="7200" dirty="0" smtClean="0"/>
          </a:p>
          <a:p>
            <a:pPr>
              <a:buNone/>
            </a:pPr>
            <a:r>
              <a:rPr lang="en-US" sz="7200" dirty="0" smtClean="0"/>
              <a:t>17</a:t>
            </a:r>
            <a:r>
              <a:rPr lang="en-US" sz="7200" baseline="30000" dirty="0" smtClean="0"/>
              <a:t>th</a:t>
            </a:r>
            <a:r>
              <a:rPr lang="en-US" sz="7200" dirty="0" smtClean="0"/>
              <a:t> July, 2023</a:t>
            </a:r>
          </a:p>
          <a:p>
            <a:pPr>
              <a:buNone/>
            </a:pPr>
            <a:r>
              <a:rPr lang="en-US" sz="5600" dirty="0"/>
              <a:t>T</a:t>
            </a:r>
            <a:r>
              <a:rPr lang="en-US" sz="7200" dirty="0" smtClean="0"/>
              <a:t>he Principal</a:t>
            </a:r>
          </a:p>
          <a:p>
            <a:pPr>
              <a:buNone/>
            </a:pPr>
            <a:r>
              <a:rPr lang="en-US" sz="7200" dirty="0" smtClean="0"/>
              <a:t>(NAST)</a:t>
            </a:r>
            <a:r>
              <a:rPr lang="en-US" sz="7200" dirty="0"/>
              <a:t> </a:t>
            </a:r>
            <a:r>
              <a:rPr lang="en-US" sz="7200" dirty="0" smtClean="0"/>
              <a:t>College </a:t>
            </a:r>
          </a:p>
          <a:p>
            <a:pPr>
              <a:buNone/>
            </a:pPr>
            <a:r>
              <a:rPr lang="en-US" sz="7200" dirty="0" err="1" smtClean="0"/>
              <a:t>Dhangadhi</a:t>
            </a:r>
            <a:r>
              <a:rPr lang="en-US" sz="7200" dirty="0" smtClean="0"/>
              <a:t>, </a:t>
            </a:r>
            <a:r>
              <a:rPr lang="en-US" sz="7200" dirty="0" err="1" smtClean="0"/>
              <a:t>Kailali</a:t>
            </a:r>
            <a:endParaRPr lang="en-US" sz="7200" dirty="0" smtClean="0"/>
          </a:p>
          <a:p>
            <a:pPr>
              <a:buNone/>
            </a:pPr>
            <a:r>
              <a:rPr lang="en-US" sz="7200" dirty="0" smtClean="0"/>
              <a:t>Subject: application for  the post of a fulltime English lecturer </a:t>
            </a:r>
          </a:p>
          <a:p>
            <a:pPr>
              <a:buNone/>
            </a:pPr>
            <a:r>
              <a:rPr lang="en-US" sz="7200" dirty="0" smtClean="0"/>
              <a:t>Dear sir,</a:t>
            </a:r>
          </a:p>
          <a:p>
            <a:pPr>
              <a:buNone/>
            </a:pPr>
            <a:r>
              <a:rPr lang="en-US" sz="7200" dirty="0" smtClean="0"/>
              <a:t>      Having been informed through the advertisement  in The </a:t>
            </a:r>
            <a:r>
              <a:rPr lang="en-US" sz="7200" dirty="0" err="1" smtClean="0"/>
              <a:t>Dhangadhi</a:t>
            </a:r>
            <a:r>
              <a:rPr lang="en-US" sz="7200" dirty="0" smtClean="0"/>
              <a:t> Post dated on 12</a:t>
            </a:r>
            <a:r>
              <a:rPr lang="en-US" sz="7200" baseline="30000" dirty="0" smtClean="0"/>
              <a:t>th</a:t>
            </a:r>
            <a:r>
              <a:rPr lang="en-US" sz="7200" dirty="0" smtClean="0"/>
              <a:t> March 2o20 that your college requires the service of a well experienced ,punctual, dedicated and energetic english lecturer. Since I have been teaching at </a:t>
            </a:r>
            <a:r>
              <a:rPr lang="en-US" sz="7200" dirty="0" err="1" smtClean="0"/>
              <a:t>Bansgadhi</a:t>
            </a:r>
            <a:r>
              <a:rPr lang="en-US" sz="7200" dirty="0" smtClean="0"/>
              <a:t> Multiple Campus and </a:t>
            </a:r>
            <a:r>
              <a:rPr lang="en-US" sz="7200" dirty="0" err="1" smtClean="0"/>
              <a:t>Bansgadhi</a:t>
            </a:r>
            <a:r>
              <a:rPr lang="en-US" sz="7200" dirty="0" smtClean="0"/>
              <a:t> Academic Higher Secondary Public School respectively I have the </a:t>
            </a:r>
            <a:r>
              <a:rPr lang="en-US" sz="7200" dirty="0" err="1" smtClean="0"/>
              <a:t>honour</a:t>
            </a:r>
            <a:r>
              <a:rPr lang="en-US" sz="7200" dirty="0" smtClean="0"/>
              <a:t>  to apply for the post. So I beg to offer my service for the same.</a:t>
            </a:r>
          </a:p>
          <a:p>
            <a:pPr>
              <a:buNone/>
            </a:pPr>
            <a:r>
              <a:rPr lang="en-US" sz="7200" dirty="0" smtClean="0"/>
              <a:t>I would like to promise that I would entirely complete my duties and responsibilities to be endorsed to if the opportunity to serve your  college would be provided. Enclosed copy of CV tell you in detail about my qualification and experience.</a:t>
            </a:r>
          </a:p>
          <a:p>
            <a:pPr>
              <a:buNone/>
            </a:pPr>
            <a:r>
              <a:rPr lang="en-US" sz="7200" dirty="0" smtClean="0"/>
              <a:t>I look forward to receiving your favorable response.</a:t>
            </a:r>
          </a:p>
          <a:p>
            <a:pPr>
              <a:buNone/>
            </a:pPr>
            <a:endParaRPr lang="en-US" sz="7200" dirty="0" smtClean="0"/>
          </a:p>
          <a:p>
            <a:pPr>
              <a:buNone/>
            </a:pPr>
            <a:r>
              <a:rPr lang="en-US" sz="7200" dirty="0" smtClean="0"/>
              <a:t>Faithfully yours</a:t>
            </a:r>
          </a:p>
          <a:p>
            <a:pPr>
              <a:buNone/>
            </a:pPr>
            <a:r>
              <a:rPr lang="en-US" sz="7200" dirty="0" smtClean="0"/>
              <a:t>………………………………….</a:t>
            </a:r>
          </a:p>
          <a:p>
            <a:pPr>
              <a:buNone/>
            </a:pPr>
            <a:endParaRPr lang="en-US" sz="72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219</TotalTime>
  <Words>593</Words>
  <Application>Microsoft Office PowerPoint</Application>
  <PresentationFormat>On-screen Show (4:3)</PresentationFormat>
  <Paragraphs>52</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Flow</vt:lpstr>
      <vt:lpstr> Job Application and CV/Resume</vt:lpstr>
      <vt:lpstr>PowerPoint Presentation</vt:lpstr>
      <vt:lpstr>PowerPoint Presentation</vt:lpstr>
      <vt:lpstr>PowerPoint Presentation</vt:lpstr>
      <vt:lpstr>PowerPoint Presentation</vt:lpstr>
      <vt:lpstr>Format of job application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Components 0f  a good letter </dc:title>
  <dc:creator>JOSHI SHANKAR</dc:creator>
  <cp:lastModifiedBy>lenovo</cp:lastModifiedBy>
  <cp:revision>25</cp:revision>
  <dcterms:created xsi:type="dcterms:W3CDTF">2006-08-16T00:00:00Z</dcterms:created>
  <dcterms:modified xsi:type="dcterms:W3CDTF">2025-05-19T08:37:42Z</dcterms:modified>
</cp:coreProperties>
</file>