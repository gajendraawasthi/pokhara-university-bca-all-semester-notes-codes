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y="6858000" cx="12188825"/>
  <p:notesSz cx="6858000" cy="9144000"/>
  <p:embeddedFontLst>
    <p:embeddedFont>
      <p:font typeface="Helvetica Neue"/>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39">
          <p15:clr>
            <a:srgbClr val="A4A3A4"/>
          </p15:clr>
        </p15:guide>
        <p15:guide id="3" pos="1007">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61" roundtripDataSignature="AMtx7mhtKJFbtKmwQUUV2jXxZ5BkVK+Zy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Bibhu Sth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 pos="1007"/>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1"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HelveticaNeue-boldItalic.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HelveticaNeue-regular.fntdata"/><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font" Target="fonts/HelveticaNeue-italic.fntdata"/><Relationship Id="rId14" Type="http://schemas.openxmlformats.org/officeDocument/2006/relationships/slide" Target="slides/slide8.xml"/><Relationship Id="rId58" Type="http://schemas.openxmlformats.org/officeDocument/2006/relationships/font" Target="fonts/HelveticaNeue-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2-06T08:11:53.676">
    <p:pos x="1003" y="1007"/>
    <p:text>Brainstorming
Brainstorming is a widely used requirements-gathering technique, especially during the project discovery phase when project requirements are not clearly defined. It involves bringing together key stakeholders who are familiar with the existing system and business processes. The purpose of brainstorming is to encourage open discussion and generate a large number of ideas related to project needs, possible solutions, expected benefits, and potential costs. This technique promotes creativity, stakeholder participation, and early identification of requirements, making it useful for exploring different perspectives and uncovering hidden needs at the initial stage of a project.</p:text>
    <p:extLst>
      <p:ext uri="{C676402C-5697-4E1C-873F-D02D1690AC5C}">
        <p15:threadingInfo timeZoneBias="0"/>
      </p:ext>
      <p:ext uri="http://customooxmlschemas.google.com/">
        <go:slidesCustomData xmlns:go="http://customooxmlschemas.google.com/" commentPostId="AAABy2CZIR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2"/>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NP"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1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2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2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2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3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 name="Google Shape;328;p3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3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3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2" name="Google Shape;362;p3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3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p3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p3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3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4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41: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42: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43: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9" name="Google Shape;509;p44: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5" name="Google Shape;515;p45: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p46: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p47: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48: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49: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50:notes"/>
          <p:cNvSpPr/>
          <p:nvPr>
            <p:ph idx="2"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sp>
        <p:nvSpPr>
          <p:cNvPr id="24" name="Google Shape;24;p52"/>
          <p:cNvSpPr/>
          <p:nvPr/>
        </p:nvSpPr>
        <p:spPr>
          <a:xfrm>
            <a:off x="11579384" y="5638800"/>
            <a:ext cx="609441" cy="12192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 name="Google Shape;25;p52"/>
          <p:cNvSpPr/>
          <p:nvPr/>
        </p:nvSpPr>
        <p:spPr>
          <a:xfrm>
            <a:off x="11274663" y="5638800"/>
            <a:ext cx="304721" cy="12192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 name="Google Shape;26;p52"/>
          <p:cNvSpPr/>
          <p:nvPr/>
        </p:nvSpPr>
        <p:spPr>
          <a:xfrm>
            <a:off x="1218883" y="0"/>
            <a:ext cx="60944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 name="Google Shape;27;p52"/>
          <p:cNvSpPr/>
          <p:nvPr/>
        </p:nvSpPr>
        <p:spPr>
          <a:xfrm>
            <a:off x="0" y="0"/>
            <a:ext cx="1218883" cy="68580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 name="Google Shape;28;p52"/>
          <p:cNvSpPr/>
          <p:nvPr/>
        </p:nvSpPr>
        <p:spPr>
          <a:xfrm>
            <a:off x="0" y="5638800"/>
            <a:ext cx="12188825" cy="1219200"/>
          </a:xfrm>
          <a:prstGeom prst="rect">
            <a:avLst/>
          </a:prstGeom>
          <a:solidFill>
            <a:srgbClr val="6A8093">
              <a:alpha val="4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9" name="Google Shape;29;p52"/>
          <p:cNvCxnSpPr/>
          <p:nvPr/>
        </p:nvCxnSpPr>
        <p:spPr>
          <a:xfrm>
            <a:off x="11573293" y="5638800"/>
            <a:ext cx="0" cy="1219200"/>
          </a:xfrm>
          <a:prstGeom prst="straightConnector1">
            <a:avLst/>
          </a:prstGeom>
          <a:noFill/>
          <a:ln cap="flat" cmpd="sng" w="19050">
            <a:solidFill>
              <a:schemeClr val="lt1"/>
            </a:solidFill>
            <a:prstDash val="solid"/>
            <a:miter lim="800000"/>
            <a:headEnd len="sm" w="sm" type="none"/>
            <a:tailEnd len="sm" w="sm" type="none"/>
          </a:ln>
        </p:spPr>
      </p:cxnSp>
      <p:sp>
        <p:nvSpPr>
          <p:cNvPr id="30" name="Google Shape;30;p52"/>
          <p:cNvSpPr/>
          <p:nvPr/>
        </p:nvSpPr>
        <p:spPr>
          <a:xfrm>
            <a:off x="0" y="5643132"/>
            <a:ext cx="1216152" cy="1214868"/>
          </a:xfrm>
          <a:prstGeom prst="rect">
            <a:avLst/>
          </a:prstGeom>
          <a:solidFill>
            <a:srgbClr val="465562">
              <a:alpha val="74901"/>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1" name="Google Shape;31;p52"/>
          <p:cNvCxnSpPr/>
          <p:nvPr/>
        </p:nvCxnSpPr>
        <p:spPr>
          <a:xfrm>
            <a:off x="1218884" y="0"/>
            <a:ext cx="0" cy="6858000"/>
          </a:xfrm>
          <a:prstGeom prst="straightConnector1">
            <a:avLst/>
          </a:prstGeom>
          <a:noFill/>
          <a:ln cap="flat" cmpd="sng" w="19050">
            <a:solidFill>
              <a:schemeClr val="lt1"/>
            </a:solidFill>
            <a:prstDash val="solid"/>
            <a:miter lim="800000"/>
            <a:headEnd len="sm" w="sm" type="none"/>
            <a:tailEnd len="sm" w="sm" type="none"/>
          </a:ln>
        </p:spPr>
      </p:cxnSp>
      <p:cxnSp>
        <p:nvCxnSpPr>
          <p:cNvPr id="32" name="Google Shape;32;p52"/>
          <p:cNvCxnSpPr/>
          <p:nvPr/>
        </p:nvCxnSpPr>
        <p:spPr>
          <a:xfrm>
            <a:off x="0" y="5631204"/>
            <a:ext cx="1828325" cy="0"/>
          </a:xfrm>
          <a:prstGeom prst="straightConnector1">
            <a:avLst/>
          </a:prstGeom>
          <a:noFill/>
          <a:ln cap="flat" cmpd="sng" w="19050">
            <a:solidFill>
              <a:schemeClr val="lt1"/>
            </a:solidFill>
            <a:prstDash val="solid"/>
            <a:miter lim="800000"/>
            <a:headEnd len="sm" w="sm" type="none"/>
            <a:tailEnd len="sm" w="sm" type="none"/>
          </a:ln>
        </p:spPr>
      </p:cxnSp>
      <p:sp>
        <p:nvSpPr>
          <p:cNvPr id="33" name="Google Shape;33;p52"/>
          <p:cNvSpPr/>
          <p:nvPr/>
        </p:nvSpPr>
        <p:spPr>
          <a:xfrm>
            <a:off x="276462" y="6032500"/>
            <a:ext cx="593189" cy="519176"/>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cap="flat" cmpd="sng" w="9525">
            <a:solidFill>
              <a:schemeClr val="lt1"/>
            </a:solidFill>
            <a:prstDash val="solid"/>
            <a:round/>
            <a:headEnd len="sm" w="sm" type="none"/>
            <a:tailEnd len="sm" w="sm" type="none"/>
          </a:ln>
        </p:spPr>
        <p:txBody>
          <a:bodyPr anchorCtr="0" anchor="t" bIns="60925" lIns="121875" spcFirstLastPara="1" rIns="121875" wrap="square" tIns="6092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 name="Google Shape;34;p52"/>
          <p:cNvSpPr txBox="1"/>
          <p:nvPr>
            <p:ph type="ctrTitle"/>
          </p:nvPr>
        </p:nvSpPr>
        <p:spPr>
          <a:xfrm>
            <a:off x="2428669" y="1600200"/>
            <a:ext cx="8329031" cy="268012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rgbClr val="343F49"/>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2"/>
          <p:cNvSpPr txBox="1"/>
          <p:nvPr>
            <p:ph idx="1" type="subTitle"/>
          </p:nvPr>
        </p:nvSpPr>
        <p:spPr>
          <a:xfrm>
            <a:off x="2428669" y="4344915"/>
            <a:ext cx="7516442" cy="111608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None/>
              <a:defRPr sz="3200">
                <a:solidFill>
                  <a:schemeClr val="dk1"/>
                </a:solidFill>
              </a:defRPr>
            </a:lvl1pPr>
            <a:lvl2pPr lvl="1" algn="ctr">
              <a:lnSpc>
                <a:spcPct val="90000"/>
              </a:lnSpc>
              <a:spcBef>
                <a:spcPts val="600"/>
              </a:spcBef>
              <a:spcAft>
                <a:spcPts val="0"/>
              </a:spcAft>
              <a:buClr>
                <a:srgbClr val="92979C"/>
              </a:buClr>
              <a:buSzPts val="2400"/>
              <a:buNone/>
              <a:defRPr>
                <a:solidFill>
                  <a:srgbClr val="92979C"/>
                </a:solidFill>
              </a:defRPr>
            </a:lvl2pPr>
            <a:lvl3pPr lvl="2" algn="ctr">
              <a:lnSpc>
                <a:spcPct val="90000"/>
              </a:lnSpc>
              <a:spcBef>
                <a:spcPts val="600"/>
              </a:spcBef>
              <a:spcAft>
                <a:spcPts val="0"/>
              </a:spcAft>
              <a:buClr>
                <a:srgbClr val="92979C"/>
              </a:buClr>
              <a:buSzPts val="2000"/>
              <a:buNone/>
              <a:defRPr>
                <a:solidFill>
                  <a:srgbClr val="92979C"/>
                </a:solidFill>
              </a:defRPr>
            </a:lvl3pPr>
            <a:lvl4pPr lvl="3" algn="ctr">
              <a:lnSpc>
                <a:spcPct val="90000"/>
              </a:lnSpc>
              <a:spcBef>
                <a:spcPts val="600"/>
              </a:spcBef>
              <a:spcAft>
                <a:spcPts val="0"/>
              </a:spcAft>
              <a:buClr>
                <a:srgbClr val="92979C"/>
              </a:buClr>
              <a:buSzPts val="1800"/>
              <a:buNone/>
              <a:defRPr>
                <a:solidFill>
                  <a:srgbClr val="92979C"/>
                </a:solidFill>
              </a:defRPr>
            </a:lvl4pPr>
            <a:lvl5pPr lvl="4" algn="ctr">
              <a:lnSpc>
                <a:spcPct val="90000"/>
              </a:lnSpc>
              <a:spcBef>
                <a:spcPts val="600"/>
              </a:spcBef>
              <a:spcAft>
                <a:spcPts val="0"/>
              </a:spcAft>
              <a:buClr>
                <a:srgbClr val="92979C"/>
              </a:buClr>
              <a:buSzPts val="1800"/>
              <a:buNone/>
              <a:defRPr>
                <a:solidFill>
                  <a:srgbClr val="92979C"/>
                </a:solidFill>
              </a:defRPr>
            </a:lvl5pPr>
            <a:lvl6pPr lvl="5" algn="ctr">
              <a:lnSpc>
                <a:spcPct val="90000"/>
              </a:lnSpc>
              <a:spcBef>
                <a:spcPts val="600"/>
              </a:spcBef>
              <a:spcAft>
                <a:spcPts val="0"/>
              </a:spcAft>
              <a:buClr>
                <a:srgbClr val="92979C"/>
              </a:buClr>
              <a:buSzPts val="1800"/>
              <a:buNone/>
              <a:defRPr>
                <a:solidFill>
                  <a:srgbClr val="92979C"/>
                </a:solidFill>
              </a:defRPr>
            </a:lvl6pPr>
            <a:lvl7pPr lvl="6" algn="ctr">
              <a:lnSpc>
                <a:spcPct val="90000"/>
              </a:lnSpc>
              <a:spcBef>
                <a:spcPts val="600"/>
              </a:spcBef>
              <a:spcAft>
                <a:spcPts val="0"/>
              </a:spcAft>
              <a:buClr>
                <a:srgbClr val="92979C"/>
              </a:buClr>
              <a:buSzPts val="1800"/>
              <a:buNone/>
              <a:defRPr>
                <a:solidFill>
                  <a:srgbClr val="92979C"/>
                </a:solidFill>
              </a:defRPr>
            </a:lvl7pPr>
            <a:lvl8pPr lvl="7" algn="ctr">
              <a:lnSpc>
                <a:spcPct val="90000"/>
              </a:lnSpc>
              <a:spcBef>
                <a:spcPts val="600"/>
              </a:spcBef>
              <a:spcAft>
                <a:spcPts val="0"/>
              </a:spcAft>
              <a:buClr>
                <a:srgbClr val="92979C"/>
              </a:buClr>
              <a:buSzPts val="1800"/>
              <a:buNone/>
              <a:defRPr>
                <a:solidFill>
                  <a:srgbClr val="92979C"/>
                </a:solidFill>
              </a:defRPr>
            </a:lvl8pPr>
            <a:lvl9pPr lvl="8" algn="ctr">
              <a:lnSpc>
                <a:spcPct val="90000"/>
              </a:lnSpc>
              <a:spcBef>
                <a:spcPts val="600"/>
              </a:spcBef>
              <a:spcAft>
                <a:spcPts val="0"/>
              </a:spcAft>
              <a:buClr>
                <a:srgbClr val="92979C"/>
              </a:buClr>
              <a:buSzPts val="1800"/>
              <a:buNone/>
              <a:defRPr>
                <a:solidFill>
                  <a:srgbClr val="92979C"/>
                </a:solidFill>
              </a:defRPr>
            </a:lvl9pPr>
          </a:lstStyle>
          <a:p/>
        </p:txBody>
      </p:sp>
      <p:sp>
        <p:nvSpPr>
          <p:cNvPr id="36" name="Google Shape;36;p52"/>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2"/>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2"/>
          <p:cNvSpPr txBox="1"/>
          <p:nvPr>
            <p:ph idx="12" type="sldNum"/>
          </p:nvPr>
        </p:nvSpPr>
        <p:spPr>
          <a:xfrm>
            <a:off x="10666412"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dk2"/>
                </a:solidFill>
                <a:latin typeface="Arial"/>
                <a:ea typeface="Arial"/>
                <a:cs typeface="Arial"/>
                <a:sym typeface="Arial"/>
              </a:defRPr>
            </a:lvl1pPr>
            <a:lvl2pPr indent="0" lvl="1" marL="0" algn="r">
              <a:spcBef>
                <a:spcPts val="0"/>
              </a:spcBef>
              <a:buNone/>
              <a:defRPr sz="1200" cap="none">
                <a:solidFill>
                  <a:schemeClr val="dk2"/>
                </a:solidFill>
                <a:latin typeface="Arial"/>
                <a:ea typeface="Arial"/>
                <a:cs typeface="Arial"/>
                <a:sym typeface="Arial"/>
              </a:defRPr>
            </a:lvl2pPr>
            <a:lvl3pPr indent="0" lvl="2" marL="0" algn="r">
              <a:spcBef>
                <a:spcPts val="0"/>
              </a:spcBef>
              <a:buNone/>
              <a:defRPr sz="1200" cap="none">
                <a:solidFill>
                  <a:schemeClr val="dk2"/>
                </a:solidFill>
                <a:latin typeface="Arial"/>
                <a:ea typeface="Arial"/>
                <a:cs typeface="Arial"/>
                <a:sym typeface="Arial"/>
              </a:defRPr>
            </a:lvl3pPr>
            <a:lvl4pPr indent="0" lvl="3" marL="0" algn="r">
              <a:spcBef>
                <a:spcPts val="0"/>
              </a:spcBef>
              <a:buNone/>
              <a:defRPr sz="1200" cap="none">
                <a:solidFill>
                  <a:schemeClr val="dk2"/>
                </a:solidFill>
                <a:latin typeface="Arial"/>
                <a:ea typeface="Arial"/>
                <a:cs typeface="Arial"/>
                <a:sym typeface="Arial"/>
              </a:defRPr>
            </a:lvl4pPr>
            <a:lvl5pPr indent="0" lvl="4" marL="0" algn="r">
              <a:spcBef>
                <a:spcPts val="0"/>
              </a:spcBef>
              <a:buNone/>
              <a:defRPr sz="1200" cap="none">
                <a:solidFill>
                  <a:schemeClr val="dk2"/>
                </a:solidFill>
                <a:latin typeface="Arial"/>
                <a:ea typeface="Arial"/>
                <a:cs typeface="Arial"/>
                <a:sym typeface="Arial"/>
              </a:defRPr>
            </a:lvl5pPr>
            <a:lvl6pPr indent="0" lvl="5" marL="0" algn="r">
              <a:spcBef>
                <a:spcPts val="0"/>
              </a:spcBef>
              <a:buNone/>
              <a:defRPr sz="1200" cap="none">
                <a:solidFill>
                  <a:schemeClr val="dk2"/>
                </a:solidFill>
                <a:latin typeface="Arial"/>
                <a:ea typeface="Arial"/>
                <a:cs typeface="Arial"/>
                <a:sym typeface="Arial"/>
              </a:defRPr>
            </a:lvl6pPr>
            <a:lvl7pPr indent="0" lvl="6" marL="0" algn="r">
              <a:spcBef>
                <a:spcPts val="0"/>
              </a:spcBef>
              <a:buNone/>
              <a:defRPr sz="1200" cap="none">
                <a:solidFill>
                  <a:schemeClr val="dk2"/>
                </a:solidFill>
                <a:latin typeface="Arial"/>
                <a:ea typeface="Arial"/>
                <a:cs typeface="Arial"/>
                <a:sym typeface="Arial"/>
              </a:defRPr>
            </a:lvl7pPr>
            <a:lvl8pPr indent="0" lvl="7" marL="0" algn="r">
              <a:spcBef>
                <a:spcPts val="0"/>
              </a:spcBef>
              <a:buNone/>
              <a:defRPr sz="1200" cap="none">
                <a:solidFill>
                  <a:schemeClr val="dk2"/>
                </a:solidFill>
                <a:latin typeface="Arial"/>
                <a:ea typeface="Arial"/>
                <a:cs typeface="Arial"/>
                <a:sym typeface="Arial"/>
              </a:defRPr>
            </a:lvl8pPr>
            <a:lvl9pPr indent="0" lvl="8" marL="0" algn="r">
              <a:spcBef>
                <a:spcPts val="0"/>
              </a:spcBef>
              <a:buNone/>
              <a:defRPr sz="1200" cap="non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5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53"/>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42" name="Google Shape;42;p53"/>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3"/>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3"/>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5" name="Shape 45"/>
        <p:cNvGrpSpPr/>
        <p:nvPr/>
      </p:nvGrpSpPr>
      <p:grpSpPr>
        <a:xfrm>
          <a:off x="0" y="0"/>
          <a:ext cx="0" cy="0"/>
          <a:chOff x="0" y="0"/>
          <a:chExt cx="0" cy="0"/>
        </a:xfrm>
      </p:grpSpPr>
      <p:sp>
        <p:nvSpPr>
          <p:cNvPr id="46" name="Google Shape;46;p5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54"/>
          <p:cNvSpPr txBox="1"/>
          <p:nvPr>
            <p:ph idx="1" type="body"/>
          </p:nvPr>
        </p:nvSpPr>
        <p:spPr>
          <a:xfrm>
            <a:off x="1593436" y="1600200"/>
            <a:ext cx="4814586" cy="45720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400"/>
              </a:spcBef>
              <a:spcAft>
                <a:spcPts val="0"/>
              </a:spcAft>
              <a:buClr>
                <a:schemeClr val="dk1"/>
              </a:buClr>
              <a:buSzPts val="2800"/>
              <a:buChar char="›"/>
              <a:defRPr sz="2800"/>
            </a:lvl1pPr>
            <a:lvl2pPr indent="-381000" lvl="1" marL="914400" algn="l">
              <a:lnSpc>
                <a:spcPct val="90000"/>
              </a:lnSpc>
              <a:spcBef>
                <a:spcPts val="600"/>
              </a:spcBef>
              <a:spcAft>
                <a:spcPts val="0"/>
              </a:spcAft>
              <a:buClr>
                <a:schemeClr val="dk1"/>
              </a:buClr>
              <a:buSzPts val="2400"/>
              <a:buChar char="–"/>
              <a:defRPr sz="2400"/>
            </a:lvl2pPr>
            <a:lvl3pPr indent="-355600" lvl="2" marL="1371600" algn="l">
              <a:lnSpc>
                <a:spcPct val="90000"/>
              </a:lnSpc>
              <a:spcBef>
                <a:spcPts val="600"/>
              </a:spcBef>
              <a:spcAft>
                <a:spcPts val="0"/>
              </a:spcAft>
              <a:buClr>
                <a:schemeClr val="dk1"/>
              </a:buClr>
              <a:buSzPts val="2000"/>
              <a:buChar char="›"/>
              <a:defRPr sz="2000"/>
            </a:lvl3pPr>
            <a:lvl4pPr indent="-342900" lvl="3" marL="1828800" algn="l">
              <a:lnSpc>
                <a:spcPct val="90000"/>
              </a:lnSpc>
              <a:spcBef>
                <a:spcPts val="600"/>
              </a:spcBef>
              <a:spcAft>
                <a:spcPts val="0"/>
              </a:spcAft>
              <a:buClr>
                <a:schemeClr val="dk1"/>
              </a:buClr>
              <a:buSzPts val="1800"/>
              <a:buChar char="–"/>
              <a:defRPr sz="1800"/>
            </a:lvl4pPr>
            <a:lvl5pPr indent="-342900" lvl="4" marL="2286000" algn="l">
              <a:lnSpc>
                <a:spcPct val="90000"/>
              </a:lnSpc>
              <a:spcBef>
                <a:spcPts val="600"/>
              </a:spcBef>
              <a:spcAft>
                <a:spcPts val="0"/>
              </a:spcAft>
              <a:buClr>
                <a:schemeClr val="dk1"/>
              </a:buClr>
              <a:buSzPts val="1800"/>
              <a:buChar char="›"/>
              <a:defRPr sz="1800"/>
            </a:lvl5pPr>
            <a:lvl6pPr indent="-342900" lvl="5" marL="2743200" algn="l">
              <a:lnSpc>
                <a:spcPct val="90000"/>
              </a:lnSpc>
              <a:spcBef>
                <a:spcPts val="600"/>
              </a:spcBef>
              <a:spcAft>
                <a:spcPts val="0"/>
              </a:spcAft>
              <a:buClr>
                <a:schemeClr val="dk1"/>
              </a:buClr>
              <a:buSzPts val="1800"/>
              <a:buChar char="–"/>
              <a:defRPr sz="1800"/>
            </a:lvl6pPr>
            <a:lvl7pPr indent="-342900" lvl="6" marL="3200400" algn="l">
              <a:lnSpc>
                <a:spcPct val="90000"/>
              </a:lnSpc>
              <a:spcBef>
                <a:spcPts val="600"/>
              </a:spcBef>
              <a:spcAft>
                <a:spcPts val="0"/>
              </a:spcAft>
              <a:buClr>
                <a:schemeClr val="dk1"/>
              </a:buClr>
              <a:buSzPts val="1800"/>
              <a:buChar char="›"/>
              <a:defRPr sz="1800"/>
            </a:lvl7pPr>
            <a:lvl8pPr indent="-342900" lvl="7" marL="3657600" algn="l">
              <a:lnSpc>
                <a:spcPct val="90000"/>
              </a:lnSpc>
              <a:spcBef>
                <a:spcPts val="600"/>
              </a:spcBef>
              <a:spcAft>
                <a:spcPts val="0"/>
              </a:spcAft>
              <a:buClr>
                <a:schemeClr val="dk1"/>
              </a:buClr>
              <a:buSzPts val="1800"/>
              <a:buChar char="–"/>
              <a:defRPr sz="1800"/>
            </a:lvl8pPr>
            <a:lvl9pPr indent="-342900" lvl="8" marL="4114800" algn="l">
              <a:lnSpc>
                <a:spcPct val="90000"/>
              </a:lnSpc>
              <a:spcBef>
                <a:spcPts val="600"/>
              </a:spcBef>
              <a:spcAft>
                <a:spcPts val="0"/>
              </a:spcAft>
              <a:buClr>
                <a:schemeClr val="dk1"/>
              </a:buClr>
              <a:buSzPts val="1800"/>
              <a:buChar char="›"/>
              <a:defRPr sz="1800"/>
            </a:lvl9pPr>
          </a:lstStyle>
          <a:p/>
        </p:txBody>
      </p:sp>
      <p:sp>
        <p:nvSpPr>
          <p:cNvPr id="48" name="Google Shape;48;p54"/>
          <p:cNvSpPr txBox="1"/>
          <p:nvPr>
            <p:ph idx="2" type="body"/>
          </p:nvPr>
        </p:nvSpPr>
        <p:spPr>
          <a:xfrm>
            <a:off x="6561651" y="1600200"/>
            <a:ext cx="4814586" cy="45720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400"/>
              </a:spcBef>
              <a:spcAft>
                <a:spcPts val="0"/>
              </a:spcAft>
              <a:buClr>
                <a:schemeClr val="dk1"/>
              </a:buClr>
              <a:buSzPts val="2800"/>
              <a:buChar char="›"/>
              <a:defRPr sz="2800"/>
            </a:lvl1pPr>
            <a:lvl2pPr indent="-381000" lvl="1" marL="914400" algn="l">
              <a:lnSpc>
                <a:spcPct val="90000"/>
              </a:lnSpc>
              <a:spcBef>
                <a:spcPts val="600"/>
              </a:spcBef>
              <a:spcAft>
                <a:spcPts val="0"/>
              </a:spcAft>
              <a:buClr>
                <a:schemeClr val="dk1"/>
              </a:buClr>
              <a:buSzPts val="2400"/>
              <a:buChar char="–"/>
              <a:defRPr sz="2400"/>
            </a:lvl2pPr>
            <a:lvl3pPr indent="-355600" lvl="2" marL="1371600" algn="l">
              <a:lnSpc>
                <a:spcPct val="90000"/>
              </a:lnSpc>
              <a:spcBef>
                <a:spcPts val="600"/>
              </a:spcBef>
              <a:spcAft>
                <a:spcPts val="0"/>
              </a:spcAft>
              <a:buClr>
                <a:schemeClr val="dk1"/>
              </a:buClr>
              <a:buSzPts val="2000"/>
              <a:buChar char="›"/>
              <a:defRPr sz="2000"/>
            </a:lvl3pPr>
            <a:lvl4pPr indent="-342900" lvl="3" marL="1828800" algn="l">
              <a:lnSpc>
                <a:spcPct val="90000"/>
              </a:lnSpc>
              <a:spcBef>
                <a:spcPts val="600"/>
              </a:spcBef>
              <a:spcAft>
                <a:spcPts val="0"/>
              </a:spcAft>
              <a:buClr>
                <a:schemeClr val="dk1"/>
              </a:buClr>
              <a:buSzPts val="1800"/>
              <a:buChar char="–"/>
              <a:defRPr sz="1800"/>
            </a:lvl4pPr>
            <a:lvl5pPr indent="-342900" lvl="4" marL="2286000" algn="l">
              <a:lnSpc>
                <a:spcPct val="90000"/>
              </a:lnSpc>
              <a:spcBef>
                <a:spcPts val="600"/>
              </a:spcBef>
              <a:spcAft>
                <a:spcPts val="0"/>
              </a:spcAft>
              <a:buClr>
                <a:schemeClr val="dk1"/>
              </a:buClr>
              <a:buSzPts val="1800"/>
              <a:buChar char="›"/>
              <a:defRPr sz="1800"/>
            </a:lvl5pPr>
            <a:lvl6pPr indent="-342900" lvl="5" marL="2743200" algn="l">
              <a:lnSpc>
                <a:spcPct val="90000"/>
              </a:lnSpc>
              <a:spcBef>
                <a:spcPts val="600"/>
              </a:spcBef>
              <a:spcAft>
                <a:spcPts val="0"/>
              </a:spcAft>
              <a:buClr>
                <a:schemeClr val="dk1"/>
              </a:buClr>
              <a:buSzPts val="1800"/>
              <a:buChar char="–"/>
              <a:defRPr sz="1800"/>
            </a:lvl6pPr>
            <a:lvl7pPr indent="-342900" lvl="6" marL="3200400" algn="l">
              <a:lnSpc>
                <a:spcPct val="90000"/>
              </a:lnSpc>
              <a:spcBef>
                <a:spcPts val="600"/>
              </a:spcBef>
              <a:spcAft>
                <a:spcPts val="0"/>
              </a:spcAft>
              <a:buClr>
                <a:schemeClr val="dk1"/>
              </a:buClr>
              <a:buSzPts val="1800"/>
              <a:buChar char="›"/>
              <a:defRPr sz="1800"/>
            </a:lvl7pPr>
            <a:lvl8pPr indent="-342900" lvl="7" marL="3657600" algn="l">
              <a:lnSpc>
                <a:spcPct val="90000"/>
              </a:lnSpc>
              <a:spcBef>
                <a:spcPts val="600"/>
              </a:spcBef>
              <a:spcAft>
                <a:spcPts val="0"/>
              </a:spcAft>
              <a:buClr>
                <a:schemeClr val="dk1"/>
              </a:buClr>
              <a:buSzPts val="1800"/>
              <a:buChar char="–"/>
              <a:defRPr sz="1800"/>
            </a:lvl8pPr>
            <a:lvl9pPr indent="-342900" lvl="8" marL="4114800" algn="l">
              <a:lnSpc>
                <a:spcPct val="90000"/>
              </a:lnSpc>
              <a:spcBef>
                <a:spcPts val="600"/>
              </a:spcBef>
              <a:spcAft>
                <a:spcPts val="0"/>
              </a:spcAft>
              <a:buClr>
                <a:schemeClr val="dk1"/>
              </a:buClr>
              <a:buSzPts val="1800"/>
              <a:buChar char="›"/>
              <a:defRPr sz="1800"/>
            </a:lvl9pPr>
          </a:lstStyle>
          <a:p/>
        </p:txBody>
      </p:sp>
      <p:sp>
        <p:nvSpPr>
          <p:cNvPr id="49" name="Google Shape;49;p54"/>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54"/>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4"/>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52" name="Shape 52"/>
        <p:cNvGrpSpPr/>
        <p:nvPr/>
      </p:nvGrpSpPr>
      <p:grpSpPr>
        <a:xfrm>
          <a:off x="0" y="0"/>
          <a:ext cx="0" cy="0"/>
          <a:chOff x="0" y="0"/>
          <a:chExt cx="0" cy="0"/>
        </a:xfrm>
      </p:grpSpPr>
      <p:sp>
        <p:nvSpPr>
          <p:cNvPr id="53" name="Google Shape;53;p55"/>
          <p:cNvSpPr/>
          <p:nvPr/>
        </p:nvSpPr>
        <p:spPr>
          <a:xfrm>
            <a:off x="11579384" y="5638800"/>
            <a:ext cx="609441" cy="12192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 name="Google Shape;54;p55"/>
          <p:cNvSpPr/>
          <p:nvPr/>
        </p:nvSpPr>
        <p:spPr>
          <a:xfrm>
            <a:off x="11274663" y="5638800"/>
            <a:ext cx="304721" cy="12192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 name="Google Shape;55;p55"/>
          <p:cNvSpPr/>
          <p:nvPr/>
        </p:nvSpPr>
        <p:spPr>
          <a:xfrm>
            <a:off x="1216152" y="5638800"/>
            <a:ext cx="609441" cy="12192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 name="Google Shape;56;p55"/>
          <p:cNvSpPr/>
          <p:nvPr/>
        </p:nvSpPr>
        <p:spPr>
          <a:xfrm>
            <a:off x="0" y="5638800"/>
            <a:ext cx="12188825" cy="1219200"/>
          </a:xfrm>
          <a:prstGeom prst="rect">
            <a:avLst/>
          </a:prstGeom>
          <a:solidFill>
            <a:srgbClr val="6A8093">
              <a:alpha val="4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7" name="Google Shape;57;p55"/>
          <p:cNvCxnSpPr/>
          <p:nvPr/>
        </p:nvCxnSpPr>
        <p:spPr>
          <a:xfrm>
            <a:off x="11573293" y="5638800"/>
            <a:ext cx="0" cy="1219200"/>
          </a:xfrm>
          <a:prstGeom prst="straightConnector1">
            <a:avLst/>
          </a:prstGeom>
          <a:noFill/>
          <a:ln cap="flat" cmpd="sng" w="19050">
            <a:solidFill>
              <a:schemeClr val="lt1"/>
            </a:solidFill>
            <a:prstDash val="solid"/>
            <a:miter lim="800000"/>
            <a:headEnd len="sm" w="sm" type="none"/>
            <a:tailEnd len="sm" w="sm" type="none"/>
          </a:ln>
        </p:spPr>
      </p:cxnSp>
      <p:sp>
        <p:nvSpPr>
          <p:cNvPr id="58" name="Google Shape;58;p55"/>
          <p:cNvSpPr/>
          <p:nvPr/>
        </p:nvSpPr>
        <p:spPr>
          <a:xfrm>
            <a:off x="0" y="5643132"/>
            <a:ext cx="1216152" cy="1214868"/>
          </a:xfrm>
          <a:prstGeom prst="rect">
            <a:avLst/>
          </a:prstGeom>
          <a:solidFill>
            <a:srgbClr val="465562">
              <a:alpha val="74901"/>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 name="Google Shape;59;p55"/>
          <p:cNvSpPr/>
          <p:nvPr/>
        </p:nvSpPr>
        <p:spPr>
          <a:xfrm>
            <a:off x="276462" y="6032500"/>
            <a:ext cx="593189" cy="519176"/>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cap="flat" cmpd="sng" w="9525">
            <a:solidFill>
              <a:schemeClr val="lt1"/>
            </a:solidFill>
            <a:prstDash val="solid"/>
            <a:round/>
            <a:headEnd len="sm" w="sm" type="none"/>
            <a:tailEnd len="sm" w="sm" type="none"/>
          </a:ln>
        </p:spPr>
        <p:txBody>
          <a:bodyPr anchorCtr="0" anchor="t" bIns="60925" lIns="121875" spcFirstLastPara="1" rIns="121875" wrap="square" tIns="6092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0" name="Google Shape;60;p55"/>
          <p:cNvCxnSpPr/>
          <p:nvPr/>
        </p:nvCxnSpPr>
        <p:spPr>
          <a:xfrm>
            <a:off x="1216152" y="5638800"/>
            <a:ext cx="0" cy="1219200"/>
          </a:xfrm>
          <a:prstGeom prst="straightConnector1">
            <a:avLst/>
          </a:prstGeom>
          <a:noFill/>
          <a:ln cap="flat" cmpd="sng" w="19050">
            <a:solidFill>
              <a:schemeClr val="lt1"/>
            </a:solidFill>
            <a:prstDash val="solid"/>
            <a:miter lim="800000"/>
            <a:headEnd len="sm" w="sm" type="none"/>
            <a:tailEnd len="sm" w="sm" type="none"/>
          </a:ln>
        </p:spPr>
      </p:cxnSp>
      <p:sp>
        <p:nvSpPr>
          <p:cNvPr id="61" name="Google Shape;61;p55"/>
          <p:cNvSpPr/>
          <p:nvPr/>
        </p:nvSpPr>
        <p:spPr>
          <a:xfrm>
            <a:off x="11579384" y="0"/>
            <a:ext cx="609441" cy="6096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 name="Google Shape;62;p55"/>
          <p:cNvSpPr/>
          <p:nvPr/>
        </p:nvSpPr>
        <p:spPr>
          <a:xfrm>
            <a:off x="11274663" y="0"/>
            <a:ext cx="304721" cy="6096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3" name="Google Shape;63;p55"/>
          <p:cNvSpPr/>
          <p:nvPr/>
        </p:nvSpPr>
        <p:spPr>
          <a:xfrm>
            <a:off x="1218883" y="0"/>
            <a:ext cx="609441" cy="6096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4" name="Google Shape;64;p55"/>
          <p:cNvSpPr/>
          <p:nvPr/>
        </p:nvSpPr>
        <p:spPr>
          <a:xfrm>
            <a:off x="-2" y="0"/>
            <a:ext cx="1218883" cy="609600"/>
          </a:xfrm>
          <a:prstGeom prst="rect">
            <a:avLst/>
          </a:prstGeom>
          <a:solidFill>
            <a:srgbClr val="6A809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 name="Google Shape;65;p55"/>
          <p:cNvSpPr/>
          <p:nvPr/>
        </p:nvSpPr>
        <p:spPr>
          <a:xfrm>
            <a:off x="0" y="0"/>
            <a:ext cx="12188825" cy="609600"/>
          </a:xfrm>
          <a:prstGeom prst="rect">
            <a:avLst/>
          </a:prstGeom>
          <a:solidFill>
            <a:srgbClr val="6A8093">
              <a:alpha val="4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6" name="Google Shape;66;p55"/>
          <p:cNvCxnSpPr/>
          <p:nvPr/>
        </p:nvCxnSpPr>
        <p:spPr>
          <a:xfrm>
            <a:off x="11573293" y="0"/>
            <a:ext cx="0" cy="609600"/>
          </a:xfrm>
          <a:prstGeom prst="straightConnector1">
            <a:avLst/>
          </a:prstGeom>
          <a:noFill/>
          <a:ln cap="flat" cmpd="sng" w="19050">
            <a:solidFill>
              <a:schemeClr val="lt1"/>
            </a:solidFill>
            <a:prstDash val="solid"/>
            <a:miter lim="800000"/>
            <a:headEnd len="sm" w="sm" type="none"/>
            <a:tailEnd len="sm" w="sm" type="none"/>
          </a:ln>
        </p:spPr>
      </p:cxnSp>
      <p:sp>
        <p:nvSpPr>
          <p:cNvPr id="67" name="Google Shape;67;p55"/>
          <p:cNvSpPr/>
          <p:nvPr/>
        </p:nvSpPr>
        <p:spPr>
          <a:xfrm>
            <a:off x="0" y="0"/>
            <a:ext cx="1216152" cy="609600"/>
          </a:xfrm>
          <a:prstGeom prst="rect">
            <a:avLst/>
          </a:prstGeom>
          <a:solidFill>
            <a:srgbClr val="465562">
              <a:alpha val="74901"/>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8" name="Google Shape;68;p55"/>
          <p:cNvCxnSpPr/>
          <p:nvPr/>
        </p:nvCxnSpPr>
        <p:spPr>
          <a:xfrm>
            <a:off x="1218884" y="0"/>
            <a:ext cx="0" cy="609600"/>
          </a:xfrm>
          <a:prstGeom prst="straightConnector1">
            <a:avLst/>
          </a:prstGeom>
          <a:noFill/>
          <a:ln cap="flat" cmpd="sng" w="19050">
            <a:solidFill>
              <a:schemeClr val="lt1"/>
            </a:solidFill>
            <a:prstDash val="solid"/>
            <a:miter lim="800000"/>
            <a:headEnd len="sm" w="sm" type="none"/>
            <a:tailEnd len="sm" w="sm" type="none"/>
          </a:ln>
        </p:spPr>
      </p:cxnSp>
      <p:sp>
        <p:nvSpPr>
          <p:cNvPr id="69" name="Google Shape;69;p55"/>
          <p:cNvSpPr txBox="1"/>
          <p:nvPr>
            <p:ph type="title"/>
          </p:nvPr>
        </p:nvSpPr>
        <p:spPr>
          <a:xfrm>
            <a:off x="1598613" y="1600201"/>
            <a:ext cx="8283272" cy="265406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5400"/>
              <a:buFont typeface="Arial"/>
              <a:buNone/>
              <a:defRPr b="0"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5"/>
          <p:cNvSpPr txBox="1"/>
          <p:nvPr>
            <p:ph idx="1" type="body"/>
          </p:nvPr>
        </p:nvSpPr>
        <p:spPr>
          <a:xfrm>
            <a:off x="1598613" y="4259996"/>
            <a:ext cx="7264623" cy="115020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dk1"/>
              </a:buClr>
              <a:buSzPts val="3200"/>
              <a:buNone/>
              <a:defRPr sz="3200">
                <a:solidFill>
                  <a:schemeClr val="dk1"/>
                </a:solidFill>
              </a:defRPr>
            </a:lvl1pPr>
            <a:lvl2pPr indent="-228600" lvl="1" marL="914400" algn="l">
              <a:lnSpc>
                <a:spcPct val="90000"/>
              </a:lnSpc>
              <a:spcBef>
                <a:spcPts val="600"/>
              </a:spcBef>
              <a:spcAft>
                <a:spcPts val="0"/>
              </a:spcAft>
              <a:buClr>
                <a:srgbClr val="92979C"/>
              </a:buClr>
              <a:buSzPts val="1800"/>
              <a:buNone/>
              <a:defRPr sz="1800">
                <a:solidFill>
                  <a:srgbClr val="92979C"/>
                </a:solidFill>
              </a:defRPr>
            </a:lvl2pPr>
            <a:lvl3pPr indent="-228600" lvl="2" marL="1371600" algn="l">
              <a:lnSpc>
                <a:spcPct val="90000"/>
              </a:lnSpc>
              <a:spcBef>
                <a:spcPts val="600"/>
              </a:spcBef>
              <a:spcAft>
                <a:spcPts val="0"/>
              </a:spcAft>
              <a:buClr>
                <a:srgbClr val="92979C"/>
              </a:buClr>
              <a:buSzPts val="1600"/>
              <a:buNone/>
              <a:defRPr sz="1600">
                <a:solidFill>
                  <a:srgbClr val="92979C"/>
                </a:solidFill>
              </a:defRPr>
            </a:lvl3pPr>
            <a:lvl4pPr indent="-228600" lvl="3" marL="1828800" algn="l">
              <a:lnSpc>
                <a:spcPct val="90000"/>
              </a:lnSpc>
              <a:spcBef>
                <a:spcPts val="600"/>
              </a:spcBef>
              <a:spcAft>
                <a:spcPts val="0"/>
              </a:spcAft>
              <a:buClr>
                <a:srgbClr val="92979C"/>
              </a:buClr>
              <a:buSzPts val="1400"/>
              <a:buNone/>
              <a:defRPr sz="1400">
                <a:solidFill>
                  <a:srgbClr val="92979C"/>
                </a:solidFill>
              </a:defRPr>
            </a:lvl4pPr>
            <a:lvl5pPr indent="-228600" lvl="4" marL="2286000" algn="l">
              <a:lnSpc>
                <a:spcPct val="90000"/>
              </a:lnSpc>
              <a:spcBef>
                <a:spcPts val="600"/>
              </a:spcBef>
              <a:spcAft>
                <a:spcPts val="0"/>
              </a:spcAft>
              <a:buClr>
                <a:srgbClr val="92979C"/>
              </a:buClr>
              <a:buSzPts val="1400"/>
              <a:buNone/>
              <a:defRPr sz="1400">
                <a:solidFill>
                  <a:srgbClr val="92979C"/>
                </a:solidFill>
              </a:defRPr>
            </a:lvl5pPr>
            <a:lvl6pPr indent="-228600" lvl="5" marL="2743200" algn="l">
              <a:lnSpc>
                <a:spcPct val="90000"/>
              </a:lnSpc>
              <a:spcBef>
                <a:spcPts val="600"/>
              </a:spcBef>
              <a:spcAft>
                <a:spcPts val="0"/>
              </a:spcAft>
              <a:buClr>
                <a:srgbClr val="92979C"/>
              </a:buClr>
              <a:buSzPts val="1400"/>
              <a:buNone/>
              <a:defRPr sz="1400">
                <a:solidFill>
                  <a:srgbClr val="92979C"/>
                </a:solidFill>
              </a:defRPr>
            </a:lvl6pPr>
            <a:lvl7pPr indent="-228600" lvl="6" marL="3200400" algn="l">
              <a:lnSpc>
                <a:spcPct val="90000"/>
              </a:lnSpc>
              <a:spcBef>
                <a:spcPts val="600"/>
              </a:spcBef>
              <a:spcAft>
                <a:spcPts val="0"/>
              </a:spcAft>
              <a:buClr>
                <a:srgbClr val="92979C"/>
              </a:buClr>
              <a:buSzPts val="1400"/>
              <a:buNone/>
              <a:defRPr sz="1400">
                <a:solidFill>
                  <a:srgbClr val="92979C"/>
                </a:solidFill>
              </a:defRPr>
            </a:lvl7pPr>
            <a:lvl8pPr indent="-228600" lvl="7" marL="3657600" algn="l">
              <a:lnSpc>
                <a:spcPct val="90000"/>
              </a:lnSpc>
              <a:spcBef>
                <a:spcPts val="600"/>
              </a:spcBef>
              <a:spcAft>
                <a:spcPts val="0"/>
              </a:spcAft>
              <a:buClr>
                <a:srgbClr val="92979C"/>
              </a:buClr>
              <a:buSzPts val="1400"/>
              <a:buNone/>
              <a:defRPr sz="1400">
                <a:solidFill>
                  <a:srgbClr val="92979C"/>
                </a:solidFill>
              </a:defRPr>
            </a:lvl8pPr>
            <a:lvl9pPr indent="-228600" lvl="8" marL="4114800" algn="l">
              <a:lnSpc>
                <a:spcPct val="90000"/>
              </a:lnSpc>
              <a:spcBef>
                <a:spcPts val="600"/>
              </a:spcBef>
              <a:spcAft>
                <a:spcPts val="0"/>
              </a:spcAft>
              <a:buClr>
                <a:srgbClr val="92979C"/>
              </a:buClr>
              <a:buSzPts val="1400"/>
              <a:buNone/>
              <a:defRPr sz="1400">
                <a:solidFill>
                  <a:srgbClr val="92979C"/>
                </a:solidFill>
              </a:defRPr>
            </a:lvl9pPr>
          </a:lstStyle>
          <a:p/>
        </p:txBody>
      </p:sp>
      <p:sp>
        <p:nvSpPr>
          <p:cNvPr id="71" name="Google Shape;71;p55"/>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5"/>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5"/>
          <p:cNvSpPr txBox="1"/>
          <p:nvPr>
            <p:ph idx="12" type="sldNum"/>
          </p:nvPr>
        </p:nvSpPr>
        <p:spPr>
          <a:xfrm>
            <a:off x="10666571"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dk2"/>
                </a:solidFill>
                <a:latin typeface="Arial"/>
                <a:ea typeface="Arial"/>
                <a:cs typeface="Arial"/>
                <a:sym typeface="Arial"/>
              </a:defRPr>
            </a:lvl1pPr>
            <a:lvl2pPr indent="0" lvl="1" marL="0" algn="r">
              <a:spcBef>
                <a:spcPts val="0"/>
              </a:spcBef>
              <a:buNone/>
              <a:defRPr sz="1200" cap="none">
                <a:solidFill>
                  <a:schemeClr val="dk2"/>
                </a:solidFill>
                <a:latin typeface="Arial"/>
                <a:ea typeface="Arial"/>
                <a:cs typeface="Arial"/>
                <a:sym typeface="Arial"/>
              </a:defRPr>
            </a:lvl2pPr>
            <a:lvl3pPr indent="0" lvl="2" marL="0" algn="r">
              <a:spcBef>
                <a:spcPts val="0"/>
              </a:spcBef>
              <a:buNone/>
              <a:defRPr sz="1200" cap="none">
                <a:solidFill>
                  <a:schemeClr val="dk2"/>
                </a:solidFill>
                <a:latin typeface="Arial"/>
                <a:ea typeface="Arial"/>
                <a:cs typeface="Arial"/>
                <a:sym typeface="Arial"/>
              </a:defRPr>
            </a:lvl3pPr>
            <a:lvl4pPr indent="0" lvl="3" marL="0" algn="r">
              <a:spcBef>
                <a:spcPts val="0"/>
              </a:spcBef>
              <a:buNone/>
              <a:defRPr sz="1200" cap="none">
                <a:solidFill>
                  <a:schemeClr val="dk2"/>
                </a:solidFill>
                <a:latin typeface="Arial"/>
                <a:ea typeface="Arial"/>
                <a:cs typeface="Arial"/>
                <a:sym typeface="Arial"/>
              </a:defRPr>
            </a:lvl4pPr>
            <a:lvl5pPr indent="0" lvl="4" marL="0" algn="r">
              <a:spcBef>
                <a:spcPts val="0"/>
              </a:spcBef>
              <a:buNone/>
              <a:defRPr sz="1200" cap="none">
                <a:solidFill>
                  <a:schemeClr val="dk2"/>
                </a:solidFill>
                <a:latin typeface="Arial"/>
                <a:ea typeface="Arial"/>
                <a:cs typeface="Arial"/>
                <a:sym typeface="Arial"/>
              </a:defRPr>
            </a:lvl5pPr>
            <a:lvl6pPr indent="0" lvl="5" marL="0" algn="r">
              <a:spcBef>
                <a:spcPts val="0"/>
              </a:spcBef>
              <a:buNone/>
              <a:defRPr sz="1200" cap="none">
                <a:solidFill>
                  <a:schemeClr val="dk2"/>
                </a:solidFill>
                <a:latin typeface="Arial"/>
                <a:ea typeface="Arial"/>
                <a:cs typeface="Arial"/>
                <a:sym typeface="Arial"/>
              </a:defRPr>
            </a:lvl6pPr>
            <a:lvl7pPr indent="0" lvl="6" marL="0" algn="r">
              <a:spcBef>
                <a:spcPts val="0"/>
              </a:spcBef>
              <a:buNone/>
              <a:defRPr sz="1200" cap="none">
                <a:solidFill>
                  <a:schemeClr val="dk2"/>
                </a:solidFill>
                <a:latin typeface="Arial"/>
                <a:ea typeface="Arial"/>
                <a:cs typeface="Arial"/>
                <a:sym typeface="Arial"/>
              </a:defRPr>
            </a:lvl7pPr>
            <a:lvl8pPr indent="0" lvl="7" marL="0" algn="r">
              <a:spcBef>
                <a:spcPts val="0"/>
              </a:spcBef>
              <a:buNone/>
              <a:defRPr sz="1200" cap="none">
                <a:solidFill>
                  <a:schemeClr val="dk2"/>
                </a:solidFill>
                <a:latin typeface="Arial"/>
                <a:ea typeface="Arial"/>
                <a:cs typeface="Arial"/>
                <a:sym typeface="Arial"/>
              </a:defRPr>
            </a:lvl8pPr>
            <a:lvl9pPr indent="0" lvl="8" marL="0" algn="r">
              <a:spcBef>
                <a:spcPts val="0"/>
              </a:spcBef>
              <a:buNone/>
              <a:defRPr sz="1200" cap="non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5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36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6"/>
          <p:cNvSpPr txBox="1"/>
          <p:nvPr>
            <p:ph idx="1" type="body"/>
          </p:nvPr>
        </p:nvSpPr>
        <p:spPr>
          <a:xfrm>
            <a:off x="1593436" y="1499616"/>
            <a:ext cx="4818888" cy="93878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0"/>
              </a:spcBef>
              <a:spcAft>
                <a:spcPts val="0"/>
              </a:spcAft>
              <a:buClr>
                <a:schemeClr val="dk1"/>
              </a:buClr>
              <a:buSzPts val="2400"/>
              <a:buNone/>
              <a:defRPr b="0" sz="2400" cap="none"/>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600"/>
              </a:spcBef>
              <a:spcAft>
                <a:spcPts val="0"/>
              </a:spcAft>
              <a:buClr>
                <a:schemeClr val="dk1"/>
              </a:buClr>
              <a:buSzPts val="1600"/>
              <a:buNone/>
              <a:defRPr b="1" sz="1600"/>
            </a:lvl6pPr>
            <a:lvl7pPr indent="-228600" lvl="6" marL="3200400" algn="l">
              <a:lnSpc>
                <a:spcPct val="90000"/>
              </a:lnSpc>
              <a:spcBef>
                <a:spcPts val="600"/>
              </a:spcBef>
              <a:spcAft>
                <a:spcPts val="0"/>
              </a:spcAft>
              <a:buClr>
                <a:schemeClr val="dk1"/>
              </a:buClr>
              <a:buSzPts val="1600"/>
              <a:buNone/>
              <a:defRPr b="1" sz="1600"/>
            </a:lvl7pPr>
            <a:lvl8pPr indent="-228600" lvl="7" marL="3657600" algn="l">
              <a:lnSpc>
                <a:spcPct val="90000"/>
              </a:lnSpc>
              <a:spcBef>
                <a:spcPts val="600"/>
              </a:spcBef>
              <a:spcAft>
                <a:spcPts val="0"/>
              </a:spcAft>
              <a:buClr>
                <a:schemeClr val="dk1"/>
              </a:buClr>
              <a:buSzPts val="1600"/>
              <a:buNone/>
              <a:defRPr b="1" sz="1600"/>
            </a:lvl8pPr>
            <a:lvl9pPr indent="-228600" lvl="8" marL="4114800" algn="l">
              <a:lnSpc>
                <a:spcPct val="90000"/>
              </a:lnSpc>
              <a:spcBef>
                <a:spcPts val="600"/>
              </a:spcBef>
              <a:spcAft>
                <a:spcPts val="0"/>
              </a:spcAft>
              <a:buClr>
                <a:schemeClr val="dk1"/>
              </a:buClr>
              <a:buSzPts val="1600"/>
              <a:buNone/>
              <a:defRPr b="1" sz="1600"/>
            </a:lvl9pPr>
          </a:lstStyle>
          <a:p/>
        </p:txBody>
      </p:sp>
      <p:sp>
        <p:nvSpPr>
          <p:cNvPr id="77" name="Google Shape;77;p56"/>
          <p:cNvSpPr txBox="1"/>
          <p:nvPr>
            <p:ph idx="2" type="body"/>
          </p:nvPr>
        </p:nvSpPr>
        <p:spPr>
          <a:xfrm>
            <a:off x="1593436" y="2514706"/>
            <a:ext cx="4814586" cy="3657493"/>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400"/>
              </a:spcBef>
              <a:spcAft>
                <a:spcPts val="0"/>
              </a:spcAft>
              <a:buClr>
                <a:schemeClr val="dk1"/>
              </a:buClr>
              <a:buSzPts val="2400"/>
              <a:buChar char="›"/>
              <a:defRPr sz="2400"/>
            </a:lvl1pPr>
            <a:lvl2pPr indent="-355600" lvl="1" marL="914400" algn="l">
              <a:lnSpc>
                <a:spcPct val="90000"/>
              </a:lnSpc>
              <a:spcBef>
                <a:spcPts val="600"/>
              </a:spcBef>
              <a:spcAft>
                <a:spcPts val="0"/>
              </a:spcAft>
              <a:buClr>
                <a:schemeClr val="dk1"/>
              </a:buClr>
              <a:buSzPts val="2000"/>
              <a:buChar char="–"/>
              <a:defRPr sz="2000"/>
            </a:lvl2pPr>
            <a:lvl3pPr indent="-342900" lvl="2" marL="1371600" algn="l">
              <a:lnSpc>
                <a:spcPct val="90000"/>
              </a:lnSpc>
              <a:spcBef>
                <a:spcPts val="600"/>
              </a:spcBef>
              <a:spcAft>
                <a:spcPts val="0"/>
              </a:spcAft>
              <a:buClr>
                <a:schemeClr val="dk1"/>
              </a:buClr>
              <a:buSzPts val="1800"/>
              <a:buChar char="›"/>
              <a:defRPr sz="1800"/>
            </a:lvl3pPr>
            <a:lvl4pPr indent="-330200" lvl="3" marL="1828800" algn="l">
              <a:lnSpc>
                <a:spcPct val="90000"/>
              </a:lnSpc>
              <a:spcBef>
                <a:spcPts val="600"/>
              </a:spcBef>
              <a:spcAft>
                <a:spcPts val="0"/>
              </a:spcAft>
              <a:buClr>
                <a:schemeClr val="dk1"/>
              </a:buClr>
              <a:buSzPts val="1600"/>
              <a:buChar char="–"/>
              <a:defRPr sz="1600"/>
            </a:lvl4pPr>
            <a:lvl5pPr indent="-330200" lvl="4" marL="2286000" algn="l">
              <a:lnSpc>
                <a:spcPct val="90000"/>
              </a:lnSpc>
              <a:spcBef>
                <a:spcPts val="600"/>
              </a:spcBef>
              <a:spcAft>
                <a:spcPts val="0"/>
              </a:spcAft>
              <a:buClr>
                <a:schemeClr val="dk1"/>
              </a:buClr>
              <a:buSzPts val="1600"/>
              <a:buChar char="›"/>
              <a:defRPr sz="1600"/>
            </a:lvl5pPr>
            <a:lvl6pPr indent="-330200" lvl="5" marL="2743200" algn="l">
              <a:lnSpc>
                <a:spcPct val="90000"/>
              </a:lnSpc>
              <a:spcBef>
                <a:spcPts val="600"/>
              </a:spcBef>
              <a:spcAft>
                <a:spcPts val="0"/>
              </a:spcAft>
              <a:buClr>
                <a:schemeClr val="dk1"/>
              </a:buClr>
              <a:buSzPts val="1600"/>
              <a:buChar char="–"/>
              <a:defRPr sz="1600"/>
            </a:lvl6pPr>
            <a:lvl7pPr indent="-330200" lvl="6" marL="3200400" algn="l">
              <a:lnSpc>
                <a:spcPct val="90000"/>
              </a:lnSpc>
              <a:spcBef>
                <a:spcPts val="600"/>
              </a:spcBef>
              <a:spcAft>
                <a:spcPts val="0"/>
              </a:spcAft>
              <a:buClr>
                <a:schemeClr val="dk1"/>
              </a:buClr>
              <a:buSzPts val="1600"/>
              <a:buChar char="›"/>
              <a:defRPr sz="1600"/>
            </a:lvl7pPr>
            <a:lvl8pPr indent="-330200" lvl="7" marL="3657600" algn="l">
              <a:lnSpc>
                <a:spcPct val="90000"/>
              </a:lnSpc>
              <a:spcBef>
                <a:spcPts val="600"/>
              </a:spcBef>
              <a:spcAft>
                <a:spcPts val="0"/>
              </a:spcAft>
              <a:buClr>
                <a:schemeClr val="dk1"/>
              </a:buClr>
              <a:buSzPts val="1600"/>
              <a:buChar char="–"/>
              <a:defRPr sz="1600"/>
            </a:lvl8pPr>
            <a:lvl9pPr indent="-330200" lvl="8" marL="4114800" algn="l">
              <a:lnSpc>
                <a:spcPct val="90000"/>
              </a:lnSpc>
              <a:spcBef>
                <a:spcPts val="600"/>
              </a:spcBef>
              <a:spcAft>
                <a:spcPts val="0"/>
              </a:spcAft>
              <a:buClr>
                <a:schemeClr val="dk1"/>
              </a:buClr>
              <a:buSzPts val="1600"/>
              <a:buChar char="›"/>
              <a:defRPr sz="1600"/>
            </a:lvl9pPr>
          </a:lstStyle>
          <a:p/>
        </p:txBody>
      </p:sp>
      <p:sp>
        <p:nvSpPr>
          <p:cNvPr id="78" name="Google Shape;78;p56"/>
          <p:cNvSpPr txBox="1"/>
          <p:nvPr>
            <p:ph idx="3" type="body"/>
          </p:nvPr>
        </p:nvSpPr>
        <p:spPr>
          <a:xfrm>
            <a:off x="6557349" y="1499616"/>
            <a:ext cx="4818888" cy="93878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0"/>
              </a:spcBef>
              <a:spcAft>
                <a:spcPts val="0"/>
              </a:spcAft>
              <a:buClr>
                <a:schemeClr val="dk1"/>
              </a:buClr>
              <a:buSzPts val="2400"/>
              <a:buNone/>
              <a:defRPr b="0" sz="2400" cap="none"/>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600"/>
              </a:spcBef>
              <a:spcAft>
                <a:spcPts val="0"/>
              </a:spcAft>
              <a:buClr>
                <a:schemeClr val="dk1"/>
              </a:buClr>
              <a:buSzPts val="1800"/>
              <a:buNone/>
              <a:defRPr b="1" sz="1800"/>
            </a:lvl3pPr>
            <a:lvl4pPr indent="-228600" lvl="3" marL="1828800" algn="l">
              <a:lnSpc>
                <a:spcPct val="90000"/>
              </a:lnSpc>
              <a:spcBef>
                <a:spcPts val="600"/>
              </a:spcBef>
              <a:spcAft>
                <a:spcPts val="0"/>
              </a:spcAft>
              <a:buClr>
                <a:schemeClr val="dk1"/>
              </a:buClr>
              <a:buSzPts val="1600"/>
              <a:buNone/>
              <a:defRPr b="1" sz="1600"/>
            </a:lvl4pPr>
            <a:lvl5pPr indent="-228600" lvl="4" marL="2286000" algn="l">
              <a:lnSpc>
                <a:spcPct val="90000"/>
              </a:lnSpc>
              <a:spcBef>
                <a:spcPts val="600"/>
              </a:spcBef>
              <a:spcAft>
                <a:spcPts val="0"/>
              </a:spcAft>
              <a:buClr>
                <a:schemeClr val="dk1"/>
              </a:buClr>
              <a:buSzPts val="1600"/>
              <a:buNone/>
              <a:defRPr b="1" sz="1600"/>
            </a:lvl5pPr>
            <a:lvl6pPr indent="-228600" lvl="5" marL="2743200" algn="l">
              <a:lnSpc>
                <a:spcPct val="90000"/>
              </a:lnSpc>
              <a:spcBef>
                <a:spcPts val="600"/>
              </a:spcBef>
              <a:spcAft>
                <a:spcPts val="0"/>
              </a:spcAft>
              <a:buClr>
                <a:schemeClr val="dk1"/>
              </a:buClr>
              <a:buSzPts val="1600"/>
              <a:buNone/>
              <a:defRPr b="1" sz="1600"/>
            </a:lvl6pPr>
            <a:lvl7pPr indent="-228600" lvl="6" marL="3200400" algn="l">
              <a:lnSpc>
                <a:spcPct val="90000"/>
              </a:lnSpc>
              <a:spcBef>
                <a:spcPts val="600"/>
              </a:spcBef>
              <a:spcAft>
                <a:spcPts val="0"/>
              </a:spcAft>
              <a:buClr>
                <a:schemeClr val="dk1"/>
              </a:buClr>
              <a:buSzPts val="1600"/>
              <a:buNone/>
              <a:defRPr b="1" sz="1600"/>
            </a:lvl7pPr>
            <a:lvl8pPr indent="-228600" lvl="7" marL="3657600" algn="l">
              <a:lnSpc>
                <a:spcPct val="90000"/>
              </a:lnSpc>
              <a:spcBef>
                <a:spcPts val="600"/>
              </a:spcBef>
              <a:spcAft>
                <a:spcPts val="0"/>
              </a:spcAft>
              <a:buClr>
                <a:schemeClr val="dk1"/>
              </a:buClr>
              <a:buSzPts val="1600"/>
              <a:buNone/>
              <a:defRPr b="1" sz="1600"/>
            </a:lvl8pPr>
            <a:lvl9pPr indent="-228600" lvl="8" marL="4114800" algn="l">
              <a:lnSpc>
                <a:spcPct val="90000"/>
              </a:lnSpc>
              <a:spcBef>
                <a:spcPts val="600"/>
              </a:spcBef>
              <a:spcAft>
                <a:spcPts val="0"/>
              </a:spcAft>
              <a:buClr>
                <a:schemeClr val="dk1"/>
              </a:buClr>
              <a:buSzPts val="1600"/>
              <a:buNone/>
              <a:defRPr b="1" sz="1600"/>
            </a:lvl9pPr>
          </a:lstStyle>
          <a:p/>
        </p:txBody>
      </p:sp>
      <p:sp>
        <p:nvSpPr>
          <p:cNvPr id="79" name="Google Shape;79;p56"/>
          <p:cNvSpPr txBox="1"/>
          <p:nvPr>
            <p:ph idx="4" type="body"/>
          </p:nvPr>
        </p:nvSpPr>
        <p:spPr>
          <a:xfrm>
            <a:off x="6557349" y="2514600"/>
            <a:ext cx="4818888" cy="365556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400"/>
              </a:spcBef>
              <a:spcAft>
                <a:spcPts val="0"/>
              </a:spcAft>
              <a:buClr>
                <a:schemeClr val="dk1"/>
              </a:buClr>
              <a:buSzPts val="2400"/>
              <a:buChar char="›"/>
              <a:defRPr sz="2400"/>
            </a:lvl1pPr>
            <a:lvl2pPr indent="-355600" lvl="1" marL="914400" algn="l">
              <a:lnSpc>
                <a:spcPct val="90000"/>
              </a:lnSpc>
              <a:spcBef>
                <a:spcPts val="600"/>
              </a:spcBef>
              <a:spcAft>
                <a:spcPts val="0"/>
              </a:spcAft>
              <a:buClr>
                <a:schemeClr val="dk1"/>
              </a:buClr>
              <a:buSzPts val="2000"/>
              <a:buChar char="–"/>
              <a:defRPr sz="2000"/>
            </a:lvl2pPr>
            <a:lvl3pPr indent="-342900" lvl="2" marL="1371600" algn="l">
              <a:lnSpc>
                <a:spcPct val="90000"/>
              </a:lnSpc>
              <a:spcBef>
                <a:spcPts val="600"/>
              </a:spcBef>
              <a:spcAft>
                <a:spcPts val="0"/>
              </a:spcAft>
              <a:buClr>
                <a:schemeClr val="dk1"/>
              </a:buClr>
              <a:buSzPts val="1800"/>
              <a:buChar char="›"/>
              <a:defRPr sz="1800"/>
            </a:lvl3pPr>
            <a:lvl4pPr indent="-330200" lvl="3" marL="1828800" algn="l">
              <a:lnSpc>
                <a:spcPct val="90000"/>
              </a:lnSpc>
              <a:spcBef>
                <a:spcPts val="600"/>
              </a:spcBef>
              <a:spcAft>
                <a:spcPts val="0"/>
              </a:spcAft>
              <a:buClr>
                <a:schemeClr val="dk1"/>
              </a:buClr>
              <a:buSzPts val="1600"/>
              <a:buChar char="–"/>
              <a:defRPr sz="1600"/>
            </a:lvl4pPr>
            <a:lvl5pPr indent="-330200" lvl="4" marL="2286000" algn="l">
              <a:lnSpc>
                <a:spcPct val="90000"/>
              </a:lnSpc>
              <a:spcBef>
                <a:spcPts val="600"/>
              </a:spcBef>
              <a:spcAft>
                <a:spcPts val="0"/>
              </a:spcAft>
              <a:buClr>
                <a:schemeClr val="dk1"/>
              </a:buClr>
              <a:buSzPts val="1600"/>
              <a:buChar char="›"/>
              <a:defRPr sz="1600"/>
            </a:lvl5pPr>
            <a:lvl6pPr indent="-330200" lvl="5" marL="2743200" algn="l">
              <a:lnSpc>
                <a:spcPct val="90000"/>
              </a:lnSpc>
              <a:spcBef>
                <a:spcPts val="600"/>
              </a:spcBef>
              <a:spcAft>
                <a:spcPts val="0"/>
              </a:spcAft>
              <a:buClr>
                <a:schemeClr val="dk1"/>
              </a:buClr>
              <a:buSzPts val="1600"/>
              <a:buChar char="–"/>
              <a:defRPr sz="1600"/>
            </a:lvl6pPr>
            <a:lvl7pPr indent="-330200" lvl="6" marL="3200400" algn="l">
              <a:lnSpc>
                <a:spcPct val="90000"/>
              </a:lnSpc>
              <a:spcBef>
                <a:spcPts val="600"/>
              </a:spcBef>
              <a:spcAft>
                <a:spcPts val="0"/>
              </a:spcAft>
              <a:buClr>
                <a:schemeClr val="dk1"/>
              </a:buClr>
              <a:buSzPts val="1600"/>
              <a:buChar char="›"/>
              <a:defRPr sz="1600"/>
            </a:lvl7pPr>
            <a:lvl8pPr indent="-330200" lvl="7" marL="3657600" algn="l">
              <a:lnSpc>
                <a:spcPct val="90000"/>
              </a:lnSpc>
              <a:spcBef>
                <a:spcPts val="600"/>
              </a:spcBef>
              <a:spcAft>
                <a:spcPts val="0"/>
              </a:spcAft>
              <a:buClr>
                <a:schemeClr val="dk1"/>
              </a:buClr>
              <a:buSzPts val="1600"/>
              <a:buChar char="–"/>
              <a:defRPr sz="1600"/>
            </a:lvl8pPr>
            <a:lvl9pPr indent="-330200" lvl="8" marL="4114800" algn="l">
              <a:lnSpc>
                <a:spcPct val="90000"/>
              </a:lnSpc>
              <a:spcBef>
                <a:spcPts val="600"/>
              </a:spcBef>
              <a:spcAft>
                <a:spcPts val="0"/>
              </a:spcAft>
              <a:buClr>
                <a:schemeClr val="dk1"/>
              </a:buClr>
              <a:buSzPts val="1600"/>
              <a:buChar char="›"/>
              <a:defRPr sz="1600"/>
            </a:lvl9pPr>
          </a:lstStyle>
          <a:p/>
        </p:txBody>
      </p:sp>
      <p:sp>
        <p:nvSpPr>
          <p:cNvPr id="80" name="Google Shape;80;p56"/>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56"/>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6"/>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3" name="Shape 83"/>
        <p:cNvGrpSpPr/>
        <p:nvPr/>
      </p:nvGrpSpPr>
      <p:grpSpPr>
        <a:xfrm>
          <a:off x="0" y="0"/>
          <a:ext cx="0" cy="0"/>
          <a:chOff x="0" y="0"/>
          <a:chExt cx="0" cy="0"/>
        </a:xfrm>
      </p:grpSpPr>
      <p:sp>
        <p:nvSpPr>
          <p:cNvPr id="84" name="Google Shape;84;p57"/>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57"/>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57"/>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7"/>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88" name="Shape 88"/>
        <p:cNvGrpSpPr/>
        <p:nvPr/>
      </p:nvGrpSpPr>
      <p:grpSpPr>
        <a:xfrm>
          <a:off x="0" y="0"/>
          <a:ext cx="0" cy="0"/>
          <a:chOff x="0" y="0"/>
          <a:chExt cx="0" cy="0"/>
        </a:xfrm>
      </p:grpSpPr>
      <p:sp>
        <p:nvSpPr>
          <p:cNvPr id="89" name="Google Shape;89;p58"/>
          <p:cNvSpPr/>
          <p:nvPr/>
        </p:nvSpPr>
        <p:spPr>
          <a:xfrm>
            <a:off x="626239" y="0"/>
            <a:ext cx="30472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 name="Google Shape;90;p58"/>
          <p:cNvSpPr/>
          <p:nvPr/>
        </p:nvSpPr>
        <p:spPr>
          <a:xfrm>
            <a:off x="0" y="0"/>
            <a:ext cx="609441" cy="6858000"/>
          </a:xfrm>
          <a:prstGeom prst="rect">
            <a:avLst/>
          </a:prstGeom>
          <a:solidFill>
            <a:srgbClr val="6A8093">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1" name="Google Shape;91;p58"/>
          <p:cNvCxnSpPr/>
          <p:nvPr/>
        </p:nvCxnSpPr>
        <p:spPr>
          <a:xfrm>
            <a:off x="617143"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92" name="Google Shape;92;p58"/>
          <p:cNvSpPr/>
          <p:nvPr/>
        </p:nvSpPr>
        <p:spPr>
          <a:xfrm>
            <a:off x="10969942" y="0"/>
            <a:ext cx="922621" cy="6858000"/>
          </a:xfrm>
          <a:prstGeom prst="rect">
            <a:avLst/>
          </a:prstGeom>
          <a:solidFill>
            <a:srgbClr val="6A8093">
              <a:alpha val="86666"/>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 name="Google Shape;93;p58"/>
          <p:cNvSpPr/>
          <p:nvPr/>
        </p:nvSpPr>
        <p:spPr>
          <a:xfrm>
            <a:off x="11892563" y="0"/>
            <a:ext cx="304721" cy="6858000"/>
          </a:xfrm>
          <a:prstGeom prst="rect">
            <a:avLst/>
          </a:prstGeom>
          <a:solidFill>
            <a:srgbClr val="465562">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 name="Google Shape;94;p58"/>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58"/>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58"/>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lt1"/>
                </a:solidFill>
                <a:latin typeface="Arial"/>
                <a:ea typeface="Arial"/>
                <a:cs typeface="Arial"/>
                <a:sym typeface="Arial"/>
              </a:defRPr>
            </a:lvl1pPr>
            <a:lvl2pPr indent="0" lvl="1" marL="0" algn="r">
              <a:spcBef>
                <a:spcPts val="0"/>
              </a:spcBef>
              <a:buNone/>
              <a:defRPr sz="1200" cap="none">
                <a:solidFill>
                  <a:schemeClr val="lt1"/>
                </a:solidFill>
                <a:latin typeface="Arial"/>
                <a:ea typeface="Arial"/>
                <a:cs typeface="Arial"/>
                <a:sym typeface="Arial"/>
              </a:defRPr>
            </a:lvl2pPr>
            <a:lvl3pPr indent="0" lvl="2" marL="0" algn="r">
              <a:spcBef>
                <a:spcPts val="0"/>
              </a:spcBef>
              <a:buNone/>
              <a:defRPr sz="1200" cap="none">
                <a:solidFill>
                  <a:schemeClr val="lt1"/>
                </a:solidFill>
                <a:latin typeface="Arial"/>
                <a:ea typeface="Arial"/>
                <a:cs typeface="Arial"/>
                <a:sym typeface="Arial"/>
              </a:defRPr>
            </a:lvl3pPr>
            <a:lvl4pPr indent="0" lvl="3" marL="0" algn="r">
              <a:spcBef>
                <a:spcPts val="0"/>
              </a:spcBef>
              <a:buNone/>
              <a:defRPr sz="1200" cap="none">
                <a:solidFill>
                  <a:schemeClr val="lt1"/>
                </a:solidFill>
                <a:latin typeface="Arial"/>
                <a:ea typeface="Arial"/>
                <a:cs typeface="Arial"/>
                <a:sym typeface="Arial"/>
              </a:defRPr>
            </a:lvl4pPr>
            <a:lvl5pPr indent="0" lvl="4" marL="0" algn="r">
              <a:spcBef>
                <a:spcPts val="0"/>
              </a:spcBef>
              <a:buNone/>
              <a:defRPr sz="1200" cap="none">
                <a:solidFill>
                  <a:schemeClr val="lt1"/>
                </a:solidFill>
                <a:latin typeface="Arial"/>
                <a:ea typeface="Arial"/>
                <a:cs typeface="Arial"/>
                <a:sym typeface="Arial"/>
              </a:defRPr>
            </a:lvl5pPr>
            <a:lvl6pPr indent="0" lvl="5" marL="0" algn="r">
              <a:spcBef>
                <a:spcPts val="0"/>
              </a:spcBef>
              <a:buNone/>
              <a:defRPr sz="1200" cap="none">
                <a:solidFill>
                  <a:schemeClr val="lt1"/>
                </a:solidFill>
                <a:latin typeface="Arial"/>
                <a:ea typeface="Arial"/>
                <a:cs typeface="Arial"/>
                <a:sym typeface="Arial"/>
              </a:defRPr>
            </a:lvl6pPr>
            <a:lvl7pPr indent="0" lvl="6" marL="0" algn="r">
              <a:spcBef>
                <a:spcPts val="0"/>
              </a:spcBef>
              <a:buNone/>
              <a:defRPr sz="1200" cap="none">
                <a:solidFill>
                  <a:schemeClr val="lt1"/>
                </a:solidFill>
                <a:latin typeface="Arial"/>
                <a:ea typeface="Arial"/>
                <a:cs typeface="Arial"/>
                <a:sym typeface="Arial"/>
              </a:defRPr>
            </a:lvl7pPr>
            <a:lvl8pPr indent="0" lvl="7" marL="0" algn="r">
              <a:spcBef>
                <a:spcPts val="0"/>
              </a:spcBef>
              <a:buNone/>
              <a:defRPr sz="1200" cap="none">
                <a:solidFill>
                  <a:schemeClr val="lt1"/>
                </a:solidFill>
                <a:latin typeface="Arial"/>
                <a:ea typeface="Arial"/>
                <a:cs typeface="Arial"/>
                <a:sym typeface="Arial"/>
              </a:defRPr>
            </a:lvl8pPr>
            <a:lvl9pPr indent="0" lvl="8" marL="0" algn="r">
              <a:spcBef>
                <a:spcPts val="0"/>
              </a:spcBef>
              <a:buNone/>
              <a:defRPr sz="1200" cap="non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97" name="Shape 97"/>
        <p:cNvGrpSpPr/>
        <p:nvPr/>
      </p:nvGrpSpPr>
      <p:grpSpPr>
        <a:xfrm>
          <a:off x="0" y="0"/>
          <a:ext cx="0" cy="0"/>
          <a:chOff x="0" y="0"/>
          <a:chExt cx="0" cy="0"/>
        </a:xfrm>
      </p:grpSpPr>
      <p:sp>
        <p:nvSpPr>
          <p:cNvPr id="98" name="Google Shape;98;p59"/>
          <p:cNvSpPr/>
          <p:nvPr/>
        </p:nvSpPr>
        <p:spPr>
          <a:xfrm>
            <a:off x="621792" y="0"/>
            <a:ext cx="4147717" cy="6858000"/>
          </a:xfrm>
          <a:prstGeom prst="rect">
            <a:avLst/>
          </a:prstGeom>
          <a:solidFill>
            <a:srgbClr val="465562"/>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9" name="Google Shape;99;p59"/>
          <p:cNvSpPr/>
          <p:nvPr/>
        </p:nvSpPr>
        <p:spPr>
          <a:xfrm>
            <a:off x="0" y="0"/>
            <a:ext cx="609441" cy="6858000"/>
          </a:xfrm>
          <a:prstGeom prst="rect">
            <a:avLst/>
          </a:prstGeom>
          <a:solidFill>
            <a:srgbClr val="6A8093">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00" name="Google Shape;100;p59"/>
          <p:cNvCxnSpPr/>
          <p:nvPr/>
        </p:nvCxnSpPr>
        <p:spPr>
          <a:xfrm>
            <a:off x="621792"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101" name="Google Shape;101;p59"/>
          <p:cNvSpPr/>
          <p:nvPr/>
        </p:nvSpPr>
        <p:spPr>
          <a:xfrm>
            <a:off x="11884104" y="0"/>
            <a:ext cx="304721" cy="6858000"/>
          </a:xfrm>
          <a:prstGeom prst="rect">
            <a:avLst/>
          </a:prstGeom>
          <a:solidFill>
            <a:srgbClr val="465562"/>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 name="Google Shape;102;p59"/>
          <p:cNvSpPr txBox="1"/>
          <p:nvPr>
            <p:ph type="title"/>
          </p:nvPr>
        </p:nvSpPr>
        <p:spPr>
          <a:xfrm>
            <a:off x="1074240" y="381000"/>
            <a:ext cx="3293422"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Arial"/>
              <a:buNone/>
              <a:defRPr b="0" sz="2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59"/>
          <p:cNvSpPr txBox="1"/>
          <p:nvPr>
            <p:ph idx="1" type="body"/>
          </p:nvPr>
        </p:nvSpPr>
        <p:spPr>
          <a:xfrm>
            <a:off x="5180251" y="482600"/>
            <a:ext cx="6195986" cy="56896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400"/>
              </a:spcBef>
              <a:spcAft>
                <a:spcPts val="0"/>
              </a:spcAft>
              <a:buClr>
                <a:schemeClr val="dk1"/>
              </a:buClr>
              <a:buSzPts val="2800"/>
              <a:buChar char="›"/>
              <a:defRPr sz="2800"/>
            </a:lvl1pPr>
            <a:lvl2pPr indent="-381000" lvl="1" marL="914400" algn="l">
              <a:lnSpc>
                <a:spcPct val="90000"/>
              </a:lnSpc>
              <a:spcBef>
                <a:spcPts val="600"/>
              </a:spcBef>
              <a:spcAft>
                <a:spcPts val="0"/>
              </a:spcAft>
              <a:buClr>
                <a:schemeClr val="dk1"/>
              </a:buClr>
              <a:buSzPts val="2400"/>
              <a:buChar char="–"/>
              <a:defRPr sz="2400"/>
            </a:lvl2pPr>
            <a:lvl3pPr indent="-355600" lvl="2" marL="1371600" algn="l">
              <a:lnSpc>
                <a:spcPct val="90000"/>
              </a:lnSpc>
              <a:spcBef>
                <a:spcPts val="600"/>
              </a:spcBef>
              <a:spcAft>
                <a:spcPts val="0"/>
              </a:spcAft>
              <a:buClr>
                <a:schemeClr val="dk1"/>
              </a:buClr>
              <a:buSzPts val="2000"/>
              <a:buChar char="›"/>
              <a:defRPr sz="2000"/>
            </a:lvl3pPr>
            <a:lvl4pPr indent="-342900" lvl="3" marL="1828800" algn="l">
              <a:lnSpc>
                <a:spcPct val="90000"/>
              </a:lnSpc>
              <a:spcBef>
                <a:spcPts val="600"/>
              </a:spcBef>
              <a:spcAft>
                <a:spcPts val="0"/>
              </a:spcAft>
              <a:buClr>
                <a:schemeClr val="dk1"/>
              </a:buClr>
              <a:buSzPts val="1800"/>
              <a:buChar char="–"/>
              <a:defRPr sz="1800"/>
            </a:lvl4pPr>
            <a:lvl5pPr indent="-342900" lvl="4" marL="2286000" algn="l">
              <a:lnSpc>
                <a:spcPct val="90000"/>
              </a:lnSpc>
              <a:spcBef>
                <a:spcPts val="600"/>
              </a:spcBef>
              <a:spcAft>
                <a:spcPts val="0"/>
              </a:spcAft>
              <a:buClr>
                <a:schemeClr val="dk1"/>
              </a:buClr>
              <a:buSzPts val="1800"/>
              <a:buChar char="›"/>
              <a:defRPr sz="1800"/>
            </a:lvl5pPr>
            <a:lvl6pPr indent="-342900" lvl="5" marL="2743200" algn="l">
              <a:lnSpc>
                <a:spcPct val="90000"/>
              </a:lnSpc>
              <a:spcBef>
                <a:spcPts val="600"/>
              </a:spcBef>
              <a:spcAft>
                <a:spcPts val="0"/>
              </a:spcAft>
              <a:buClr>
                <a:schemeClr val="dk1"/>
              </a:buClr>
              <a:buSzPts val="1800"/>
              <a:buChar char="–"/>
              <a:defRPr sz="1800"/>
            </a:lvl6pPr>
            <a:lvl7pPr indent="-342900" lvl="6" marL="3200400" algn="l">
              <a:lnSpc>
                <a:spcPct val="90000"/>
              </a:lnSpc>
              <a:spcBef>
                <a:spcPts val="600"/>
              </a:spcBef>
              <a:spcAft>
                <a:spcPts val="0"/>
              </a:spcAft>
              <a:buClr>
                <a:schemeClr val="dk1"/>
              </a:buClr>
              <a:buSzPts val="1800"/>
              <a:buChar char="›"/>
              <a:defRPr sz="1800"/>
            </a:lvl7pPr>
            <a:lvl8pPr indent="-342900" lvl="7" marL="3657600" algn="l">
              <a:lnSpc>
                <a:spcPct val="90000"/>
              </a:lnSpc>
              <a:spcBef>
                <a:spcPts val="600"/>
              </a:spcBef>
              <a:spcAft>
                <a:spcPts val="0"/>
              </a:spcAft>
              <a:buClr>
                <a:schemeClr val="dk1"/>
              </a:buClr>
              <a:buSzPts val="1800"/>
              <a:buChar char="–"/>
              <a:defRPr sz="1800"/>
            </a:lvl8pPr>
            <a:lvl9pPr indent="-342900" lvl="8" marL="4114800" algn="l">
              <a:lnSpc>
                <a:spcPct val="90000"/>
              </a:lnSpc>
              <a:spcBef>
                <a:spcPts val="600"/>
              </a:spcBef>
              <a:spcAft>
                <a:spcPts val="0"/>
              </a:spcAft>
              <a:buClr>
                <a:schemeClr val="dk1"/>
              </a:buClr>
              <a:buSzPts val="1800"/>
              <a:buChar char="›"/>
              <a:defRPr sz="1800"/>
            </a:lvl9pPr>
          </a:lstStyle>
          <a:p/>
        </p:txBody>
      </p:sp>
      <p:sp>
        <p:nvSpPr>
          <p:cNvPr id="104" name="Google Shape;104;p59"/>
          <p:cNvSpPr txBox="1"/>
          <p:nvPr>
            <p:ph idx="2" type="body"/>
          </p:nvPr>
        </p:nvSpPr>
        <p:spPr>
          <a:xfrm>
            <a:off x="1074240" y="1828800"/>
            <a:ext cx="3293422" cy="4343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400"/>
              </a:spcBef>
              <a:spcAft>
                <a:spcPts val="0"/>
              </a:spcAft>
              <a:buClr>
                <a:schemeClr val="lt1"/>
              </a:buClr>
              <a:buSzPts val="2000"/>
              <a:buNone/>
              <a:defRPr sz="2000">
                <a:solidFill>
                  <a:schemeClr val="lt1"/>
                </a:solidFill>
              </a:defRPr>
            </a:lvl1pPr>
            <a:lvl2pPr indent="-228600" lvl="1" marL="914400" algn="l">
              <a:lnSpc>
                <a:spcPct val="90000"/>
              </a:lnSpc>
              <a:spcBef>
                <a:spcPts val="600"/>
              </a:spcBef>
              <a:spcAft>
                <a:spcPts val="0"/>
              </a:spcAft>
              <a:buClr>
                <a:schemeClr val="dk1"/>
              </a:buClr>
              <a:buSzPts val="1200"/>
              <a:buNone/>
              <a:defRPr sz="1200"/>
            </a:lvl2pPr>
            <a:lvl3pPr indent="-228600" lvl="2" marL="1371600" algn="l">
              <a:lnSpc>
                <a:spcPct val="90000"/>
              </a:lnSpc>
              <a:spcBef>
                <a:spcPts val="600"/>
              </a:spcBef>
              <a:spcAft>
                <a:spcPts val="0"/>
              </a:spcAft>
              <a:buClr>
                <a:schemeClr val="dk1"/>
              </a:buClr>
              <a:buSzPts val="1000"/>
              <a:buNone/>
              <a:defRPr sz="1000"/>
            </a:lvl3pPr>
            <a:lvl4pPr indent="-228600" lvl="3" marL="1828800" algn="l">
              <a:lnSpc>
                <a:spcPct val="90000"/>
              </a:lnSpc>
              <a:spcBef>
                <a:spcPts val="600"/>
              </a:spcBef>
              <a:spcAft>
                <a:spcPts val="0"/>
              </a:spcAft>
              <a:buClr>
                <a:schemeClr val="dk1"/>
              </a:buClr>
              <a:buSzPts val="900"/>
              <a:buNone/>
              <a:defRPr sz="900"/>
            </a:lvl4pPr>
            <a:lvl5pPr indent="-228600" lvl="4" marL="2286000" algn="l">
              <a:lnSpc>
                <a:spcPct val="90000"/>
              </a:lnSpc>
              <a:spcBef>
                <a:spcPts val="600"/>
              </a:spcBef>
              <a:spcAft>
                <a:spcPts val="0"/>
              </a:spcAft>
              <a:buClr>
                <a:schemeClr val="dk1"/>
              </a:buClr>
              <a:buSzPts val="900"/>
              <a:buNone/>
              <a:defRPr sz="900"/>
            </a:lvl5pPr>
            <a:lvl6pPr indent="-228600" lvl="5" marL="2743200" algn="l">
              <a:lnSpc>
                <a:spcPct val="90000"/>
              </a:lnSpc>
              <a:spcBef>
                <a:spcPts val="600"/>
              </a:spcBef>
              <a:spcAft>
                <a:spcPts val="0"/>
              </a:spcAft>
              <a:buClr>
                <a:schemeClr val="dk1"/>
              </a:buClr>
              <a:buSzPts val="900"/>
              <a:buNone/>
              <a:defRPr sz="900"/>
            </a:lvl6pPr>
            <a:lvl7pPr indent="-228600" lvl="6" marL="3200400" algn="l">
              <a:lnSpc>
                <a:spcPct val="90000"/>
              </a:lnSpc>
              <a:spcBef>
                <a:spcPts val="600"/>
              </a:spcBef>
              <a:spcAft>
                <a:spcPts val="0"/>
              </a:spcAft>
              <a:buClr>
                <a:schemeClr val="dk1"/>
              </a:buClr>
              <a:buSzPts val="900"/>
              <a:buNone/>
              <a:defRPr sz="900"/>
            </a:lvl7pPr>
            <a:lvl8pPr indent="-228600" lvl="7" marL="3657600" algn="l">
              <a:lnSpc>
                <a:spcPct val="90000"/>
              </a:lnSpc>
              <a:spcBef>
                <a:spcPts val="600"/>
              </a:spcBef>
              <a:spcAft>
                <a:spcPts val="0"/>
              </a:spcAft>
              <a:buClr>
                <a:schemeClr val="dk1"/>
              </a:buClr>
              <a:buSzPts val="900"/>
              <a:buNone/>
              <a:defRPr sz="900"/>
            </a:lvl8pPr>
            <a:lvl9pPr indent="-228600" lvl="8" marL="4114800" algn="l">
              <a:lnSpc>
                <a:spcPct val="90000"/>
              </a:lnSpc>
              <a:spcBef>
                <a:spcPts val="600"/>
              </a:spcBef>
              <a:spcAft>
                <a:spcPts val="0"/>
              </a:spcAft>
              <a:buClr>
                <a:schemeClr val="dk1"/>
              </a:buClr>
              <a:buSzPts val="900"/>
              <a:buNone/>
              <a:defRPr sz="900"/>
            </a:lvl9pPr>
          </a:lstStyle>
          <a:p/>
        </p:txBody>
      </p:sp>
      <p:sp>
        <p:nvSpPr>
          <p:cNvPr id="105" name="Google Shape;105;p59"/>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9"/>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59"/>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8" name="Shape 108"/>
        <p:cNvGrpSpPr/>
        <p:nvPr/>
      </p:nvGrpSpPr>
      <p:grpSpPr>
        <a:xfrm>
          <a:off x="0" y="0"/>
          <a:ext cx="0" cy="0"/>
          <a:chOff x="0" y="0"/>
          <a:chExt cx="0" cy="0"/>
        </a:xfrm>
      </p:grpSpPr>
      <p:sp>
        <p:nvSpPr>
          <p:cNvPr id="109" name="Google Shape;109;p60"/>
          <p:cNvSpPr/>
          <p:nvPr/>
        </p:nvSpPr>
        <p:spPr>
          <a:xfrm>
            <a:off x="0" y="0"/>
            <a:ext cx="609441" cy="6858000"/>
          </a:xfrm>
          <a:prstGeom prst="rect">
            <a:avLst/>
          </a:prstGeom>
          <a:solidFill>
            <a:srgbClr val="6A8093">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 name="Google Shape;110;p60"/>
          <p:cNvSpPr/>
          <p:nvPr/>
        </p:nvSpPr>
        <p:spPr>
          <a:xfrm>
            <a:off x="11884104" y="0"/>
            <a:ext cx="304721" cy="6858000"/>
          </a:xfrm>
          <a:prstGeom prst="rect">
            <a:avLst/>
          </a:prstGeom>
          <a:solidFill>
            <a:srgbClr val="465562"/>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 name="Google Shape;111;p60"/>
          <p:cNvSpPr/>
          <p:nvPr/>
        </p:nvSpPr>
        <p:spPr>
          <a:xfrm>
            <a:off x="4875530" y="0"/>
            <a:ext cx="7017034" cy="6858000"/>
          </a:xfrm>
          <a:prstGeom prst="rect">
            <a:avLst/>
          </a:prstGeom>
          <a:solidFill>
            <a:srgbClr val="C1CBD3"/>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 name="Google Shape;112;p60"/>
          <p:cNvSpPr txBox="1"/>
          <p:nvPr>
            <p:ph type="title"/>
          </p:nvPr>
        </p:nvSpPr>
        <p:spPr>
          <a:xfrm>
            <a:off x="1074240" y="381000"/>
            <a:ext cx="3293422" cy="1371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2800"/>
              <a:buFont typeface="Arial"/>
              <a:buNone/>
              <a:defRPr b="0" sz="2800" cap="none">
                <a:solidFill>
                  <a:srgbClr val="343F49"/>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113" name="Google Shape;113;p60"/>
          <p:cNvSpPr/>
          <p:nvPr>
            <p:ph idx="2" type="pic"/>
          </p:nvPr>
        </p:nvSpPr>
        <p:spPr>
          <a:xfrm>
            <a:off x="5180251" y="482600"/>
            <a:ext cx="6195986" cy="5689600"/>
          </a:xfrm>
          <a:prstGeom prst="rect">
            <a:avLst/>
          </a:prstGeom>
          <a:noFill/>
          <a:ln cap="flat" cmpd="sng" w="19050">
            <a:solidFill>
              <a:schemeClr val="lt1"/>
            </a:solidFill>
            <a:prstDash val="solid"/>
            <a:round/>
            <a:headEnd len="sm" w="sm" type="none"/>
            <a:tailEnd len="sm" w="sm" type="none"/>
          </a:ln>
        </p:spPr>
      </p:sp>
      <p:sp>
        <p:nvSpPr>
          <p:cNvPr id="114" name="Google Shape;114;p60"/>
          <p:cNvSpPr txBox="1"/>
          <p:nvPr>
            <p:ph idx="1" type="body"/>
          </p:nvPr>
        </p:nvSpPr>
        <p:spPr>
          <a:xfrm>
            <a:off x="1074240" y="1828800"/>
            <a:ext cx="3293422" cy="4343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400"/>
              </a:spcBef>
              <a:spcAft>
                <a:spcPts val="0"/>
              </a:spcAft>
              <a:buClr>
                <a:schemeClr val="dk1"/>
              </a:buClr>
              <a:buSzPts val="2000"/>
              <a:buNone/>
              <a:defRPr sz="2000">
                <a:solidFill>
                  <a:schemeClr val="dk1"/>
                </a:solidFill>
              </a:defRPr>
            </a:lvl1pPr>
            <a:lvl2pPr indent="-228600" lvl="1" marL="914400" algn="l">
              <a:lnSpc>
                <a:spcPct val="90000"/>
              </a:lnSpc>
              <a:spcBef>
                <a:spcPts val="600"/>
              </a:spcBef>
              <a:spcAft>
                <a:spcPts val="0"/>
              </a:spcAft>
              <a:buClr>
                <a:schemeClr val="dk1"/>
              </a:buClr>
              <a:buSzPts val="1200"/>
              <a:buNone/>
              <a:defRPr sz="1200"/>
            </a:lvl2pPr>
            <a:lvl3pPr indent="-228600" lvl="2" marL="1371600" algn="l">
              <a:lnSpc>
                <a:spcPct val="90000"/>
              </a:lnSpc>
              <a:spcBef>
                <a:spcPts val="600"/>
              </a:spcBef>
              <a:spcAft>
                <a:spcPts val="0"/>
              </a:spcAft>
              <a:buClr>
                <a:schemeClr val="dk1"/>
              </a:buClr>
              <a:buSzPts val="1000"/>
              <a:buNone/>
              <a:defRPr sz="1000"/>
            </a:lvl3pPr>
            <a:lvl4pPr indent="-228600" lvl="3" marL="1828800" algn="l">
              <a:lnSpc>
                <a:spcPct val="90000"/>
              </a:lnSpc>
              <a:spcBef>
                <a:spcPts val="600"/>
              </a:spcBef>
              <a:spcAft>
                <a:spcPts val="0"/>
              </a:spcAft>
              <a:buClr>
                <a:schemeClr val="dk1"/>
              </a:buClr>
              <a:buSzPts val="900"/>
              <a:buNone/>
              <a:defRPr sz="900"/>
            </a:lvl4pPr>
            <a:lvl5pPr indent="-228600" lvl="4" marL="2286000" algn="l">
              <a:lnSpc>
                <a:spcPct val="90000"/>
              </a:lnSpc>
              <a:spcBef>
                <a:spcPts val="600"/>
              </a:spcBef>
              <a:spcAft>
                <a:spcPts val="0"/>
              </a:spcAft>
              <a:buClr>
                <a:schemeClr val="dk1"/>
              </a:buClr>
              <a:buSzPts val="900"/>
              <a:buNone/>
              <a:defRPr sz="900"/>
            </a:lvl5pPr>
            <a:lvl6pPr indent="-228600" lvl="5" marL="2743200" algn="l">
              <a:lnSpc>
                <a:spcPct val="90000"/>
              </a:lnSpc>
              <a:spcBef>
                <a:spcPts val="600"/>
              </a:spcBef>
              <a:spcAft>
                <a:spcPts val="0"/>
              </a:spcAft>
              <a:buClr>
                <a:schemeClr val="dk1"/>
              </a:buClr>
              <a:buSzPts val="900"/>
              <a:buNone/>
              <a:defRPr sz="900"/>
            </a:lvl6pPr>
            <a:lvl7pPr indent="-228600" lvl="6" marL="3200400" algn="l">
              <a:lnSpc>
                <a:spcPct val="90000"/>
              </a:lnSpc>
              <a:spcBef>
                <a:spcPts val="600"/>
              </a:spcBef>
              <a:spcAft>
                <a:spcPts val="0"/>
              </a:spcAft>
              <a:buClr>
                <a:schemeClr val="dk1"/>
              </a:buClr>
              <a:buSzPts val="900"/>
              <a:buNone/>
              <a:defRPr sz="900"/>
            </a:lvl7pPr>
            <a:lvl8pPr indent="-228600" lvl="7" marL="3657600" algn="l">
              <a:lnSpc>
                <a:spcPct val="90000"/>
              </a:lnSpc>
              <a:spcBef>
                <a:spcPts val="600"/>
              </a:spcBef>
              <a:spcAft>
                <a:spcPts val="0"/>
              </a:spcAft>
              <a:buClr>
                <a:schemeClr val="dk1"/>
              </a:buClr>
              <a:buSzPts val="900"/>
              <a:buNone/>
              <a:defRPr sz="900"/>
            </a:lvl8pPr>
            <a:lvl9pPr indent="-228600" lvl="8" marL="4114800" algn="l">
              <a:lnSpc>
                <a:spcPct val="90000"/>
              </a:lnSpc>
              <a:spcBef>
                <a:spcPts val="600"/>
              </a:spcBef>
              <a:spcAft>
                <a:spcPts val="0"/>
              </a:spcAft>
              <a:buClr>
                <a:schemeClr val="dk1"/>
              </a:buClr>
              <a:buSzPts val="900"/>
              <a:buNone/>
              <a:defRPr sz="900"/>
            </a:lvl9pPr>
          </a:lstStyle>
          <a:p/>
        </p:txBody>
      </p:sp>
      <p:sp>
        <p:nvSpPr>
          <p:cNvPr id="115" name="Google Shape;115;p60"/>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60"/>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60"/>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cap="none">
                <a:solidFill>
                  <a:schemeClr val="dk2"/>
                </a:solidFill>
                <a:latin typeface="Arial"/>
                <a:ea typeface="Arial"/>
                <a:cs typeface="Arial"/>
                <a:sym typeface="Arial"/>
              </a:defRPr>
            </a:lvl1pPr>
            <a:lvl2pPr indent="0" lvl="1" marL="0" algn="r">
              <a:spcBef>
                <a:spcPts val="0"/>
              </a:spcBef>
              <a:buNone/>
              <a:defRPr sz="1200" cap="none">
                <a:solidFill>
                  <a:schemeClr val="dk2"/>
                </a:solidFill>
                <a:latin typeface="Arial"/>
                <a:ea typeface="Arial"/>
                <a:cs typeface="Arial"/>
                <a:sym typeface="Arial"/>
              </a:defRPr>
            </a:lvl2pPr>
            <a:lvl3pPr indent="0" lvl="2" marL="0" algn="r">
              <a:spcBef>
                <a:spcPts val="0"/>
              </a:spcBef>
              <a:buNone/>
              <a:defRPr sz="1200" cap="none">
                <a:solidFill>
                  <a:schemeClr val="dk2"/>
                </a:solidFill>
                <a:latin typeface="Arial"/>
                <a:ea typeface="Arial"/>
                <a:cs typeface="Arial"/>
                <a:sym typeface="Arial"/>
              </a:defRPr>
            </a:lvl3pPr>
            <a:lvl4pPr indent="0" lvl="3" marL="0" algn="r">
              <a:spcBef>
                <a:spcPts val="0"/>
              </a:spcBef>
              <a:buNone/>
              <a:defRPr sz="1200" cap="none">
                <a:solidFill>
                  <a:schemeClr val="dk2"/>
                </a:solidFill>
                <a:latin typeface="Arial"/>
                <a:ea typeface="Arial"/>
                <a:cs typeface="Arial"/>
                <a:sym typeface="Arial"/>
              </a:defRPr>
            </a:lvl4pPr>
            <a:lvl5pPr indent="0" lvl="4" marL="0" algn="r">
              <a:spcBef>
                <a:spcPts val="0"/>
              </a:spcBef>
              <a:buNone/>
              <a:defRPr sz="1200" cap="none">
                <a:solidFill>
                  <a:schemeClr val="dk2"/>
                </a:solidFill>
                <a:latin typeface="Arial"/>
                <a:ea typeface="Arial"/>
                <a:cs typeface="Arial"/>
                <a:sym typeface="Arial"/>
              </a:defRPr>
            </a:lvl5pPr>
            <a:lvl6pPr indent="0" lvl="5" marL="0" algn="r">
              <a:spcBef>
                <a:spcPts val="0"/>
              </a:spcBef>
              <a:buNone/>
              <a:defRPr sz="1200" cap="none">
                <a:solidFill>
                  <a:schemeClr val="dk2"/>
                </a:solidFill>
                <a:latin typeface="Arial"/>
                <a:ea typeface="Arial"/>
                <a:cs typeface="Arial"/>
                <a:sym typeface="Arial"/>
              </a:defRPr>
            </a:lvl6pPr>
            <a:lvl7pPr indent="0" lvl="6" marL="0" algn="r">
              <a:spcBef>
                <a:spcPts val="0"/>
              </a:spcBef>
              <a:buNone/>
              <a:defRPr sz="1200" cap="none">
                <a:solidFill>
                  <a:schemeClr val="dk2"/>
                </a:solidFill>
                <a:latin typeface="Arial"/>
                <a:ea typeface="Arial"/>
                <a:cs typeface="Arial"/>
                <a:sym typeface="Arial"/>
              </a:defRPr>
            </a:lvl7pPr>
            <a:lvl8pPr indent="0" lvl="7" marL="0" algn="r">
              <a:spcBef>
                <a:spcPts val="0"/>
              </a:spcBef>
              <a:buNone/>
              <a:defRPr sz="1200" cap="none">
                <a:solidFill>
                  <a:schemeClr val="dk2"/>
                </a:solidFill>
                <a:latin typeface="Arial"/>
                <a:ea typeface="Arial"/>
                <a:cs typeface="Arial"/>
                <a:sym typeface="Arial"/>
              </a:defRPr>
            </a:lvl8pPr>
            <a:lvl9pPr indent="0" lvl="8" marL="0" algn="r">
              <a:spcBef>
                <a:spcPts val="0"/>
              </a:spcBef>
              <a:buNone/>
              <a:defRPr sz="1200" cap="non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P"/>
              <a:t>‹#›</a:t>
            </a:fld>
            <a:endParaRPr/>
          </a:p>
        </p:txBody>
      </p:sp>
      <p:cxnSp>
        <p:nvCxnSpPr>
          <p:cNvPr id="118" name="Google Shape;118;p60"/>
          <p:cNvCxnSpPr/>
          <p:nvPr/>
        </p:nvCxnSpPr>
        <p:spPr>
          <a:xfrm>
            <a:off x="11879867" y="0"/>
            <a:ext cx="0" cy="6858000"/>
          </a:xfrm>
          <a:prstGeom prst="straightConnector1">
            <a:avLst/>
          </a:prstGeom>
          <a:noFill/>
          <a:ln cap="flat" cmpd="sng" w="19050">
            <a:solidFill>
              <a:schemeClr val="l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9" name="Shape 119"/>
        <p:cNvGrpSpPr/>
        <p:nvPr/>
      </p:nvGrpSpPr>
      <p:grpSpPr>
        <a:xfrm>
          <a:off x="0" y="0"/>
          <a:ext cx="0" cy="0"/>
          <a:chOff x="0" y="0"/>
          <a:chExt cx="0" cy="0"/>
        </a:xfrm>
      </p:grpSpPr>
      <p:sp>
        <p:nvSpPr>
          <p:cNvPr id="120" name="Google Shape;120;p61"/>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1" name="Google Shape;121;p61"/>
          <p:cNvSpPr txBox="1"/>
          <p:nvPr>
            <p:ph idx="1" type="body"/>
          </p:nvPr>
        </p:nvSpPr>
        <p:spPr>
          <a:xfrm rot="5400000">
            <a:off x="4198837" y="-1005200"/>
            <a:ext cx="4572000" cy="97828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22" name="Google Shape;122;p61"/>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61"/>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61"/>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25" name="Shape 125"/>
        <p:cNvGrpSpPr/>
        <p:nvPr/>
      </p:nvGrpSpPr>
      <p:grpSpPr>
        <a:xfrm>
          <a:off x="0" y="0"/>
          <a:ext cx="0" cy="0"/>
          <a:chOff x="0" y="0"/>
          <a:chExt cx="0" cy="0"/>
        </a:xfrm>
      </p:grpSpPr>
      <p:sp>
        <p:nvSpPr>
          <p:cNvPr id="126" name="Google Shape;126;p62"/>
          <p:cNvSpPr/>
          <p:nvPr/>
        </p:nvSpPr>
        <p:spPr>
          <a:xfrm>
            <a:off x="11884104" y="0"/>
            <a:ext cx="304721" cy="6858000"/>
          </a:xfrm>
          <a:prstGeom prst="rect">
            <a:avLst/>
          </a:prstGeom>
          <a:solidFill>
            <a:srgbClr val="465562">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7" name="Google Shape;127;p62"/>
          <p:cNvSpPr/>
          <p:nvPr/>
        </p:nvSpPr>
        <p:spPr>
          <a:xfrm>
            <a:off x="617143" y="0"/>
            <a:ext cx="60944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 name="Google Shape;128;p62"/>
          <p:cNvSpPr/>
          <p:nvPr/>
        </p:nvSpPr>
        <p:spPr>
          <a:xfrm>
            <a:off x="0" y="0"/>
            <a:ext cx="609441" cy="6858000"/>
          </a:xfrm>
          <a:prstGeom prst="rect">
            <a:avLst/>
          </a:prstGeom>
          <a:solidFill>
            <a:srgbClr val="6A8093">
              <a:alpha val="87450"/>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9" name="Google Shape;129;p62"/>
          <p:cNvSpPr/>
          <p:nvPr/>
        </p:nvSpPr>
        <p:spPr>
          <a:xfrm>
            <a:off x="617143" y="736219"/>
            <a:ext cx="609441" cy="609600"/>
          </a:xfrm>
          <a:prstGeom prst="rect">
            <a:avLst/>
          </a:prstGeom>
          <a:solidFill>
            <a:srgbClr val="465562">
              <a:alpha val="7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30" name="Google Shape;130;p62"/>
          <p:cNvCxnSpPr/>
          <p:nvPr/>
        </p:nvCxnSpPr>
        <p:spPr>
          <a:xfrm>
            <a:off x="617143" y="736219"/>
            <a:ext cx="609441" cy="0"/>
          </a:xfrm>
          <a:prstGeom prst="straightConnector1">
            <a:avLst/>
          </a:prstGeom>
          <a:noFill/>
          <a:ln cap="flat" cmpd="sng" w="19050">
            <a:solidFill>
              <a:schemeClr val="lt1"/>
            </a:solidFill>
            <a:prstDash val="solid"/>
            <a:miter lim="800000"/>
            <a:headEnd len="sm" w="sm" type="none"/>
            <a:tailEnd len="sm" w="sm" type="none"/>
          </a:ln>
        </p:spPr>
      </p:cxnSp>
      <p:cxnSp>
        <p:nvCxnSpPr>
          <p:cNvPr id="131" name="Google Shape;131;p62"/>
          <p:cNvCxnSpPr/>
          <p:nvPr/>
        </p:nvCxnSpPr>
        <p:spPr>
          <a:xfrm>
            <a:off x="617143" y="1345819"/>
            <a:ext cx="609441" cy="0"/>
          </a:xfrm>
          <a:prstGeom prst="straightConnector1">
            <a:avLst/>
          </a:prstGeom>
          <a:noFill/>
          <a:ln cap="flat" cmpd="sng" w="19050">
            <a:solidFill>
              <a:schemeClr val="lt1"/>
            </a:solidFill>
            <a:prstDash val="solid"/>
            <a:miter lim="800000"/>
            <a:headEnd len="sm" w="sm" type="none"/>
            <a:tailEnd len="sm" w="sm" type="none"/>
          </a:ln>
        </p:spPr>
      </p:cxnSp>
      <p:sp>
        <p:nvSpPr>
          <p:cNvPr id="132" name="Google Shape;132;p62"/>
          <p:cNvSpPr/>
          <p:nvPr/>
        </p:nvSpPr>
        <p:spPr>
          <a:xfrm rot="5400000">
            <a:off x="756095" y="898102"/>
            <a:ext cx="336023" cy="294097"/>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33" name="Google Shape;133;p62"/>
          <p:cNvCxnSpPr/>
          <p:nvPr/>
        </p:nvCxnSpPr>
        <p:spPr>
          <a:xfrm>
            <a:off x="617143"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134" name="Google Shape;134;p62"/>
          <p:cNvSpPr txBox="1"/>
          <p:nvPr>
            <p:ph type="title"/>
          </p:nvPr>
        </p:nvSpPr>
        <p:spPr>
          <a:xfrm rot="5400000">
            <a:off x="7750175" y="2535237"/>
            <a:ext cx="5486400" cy="178752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43F49"/>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62"/>
          <p:cNvSpPr txBox="1"/>
          <p:nvPr>
            <p:ph idx="1" type="body"/>
          </p:nvPr>
        </p:nvSpPr>
        <p:spPr>
          <a:xfrm rot="5400000">
            <a:off x="2779713" y="-495300"/>
            <a:ext cx="5486400" cy="784859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400"/>
              </a:spcBef>
              <a:spcAft>
                <a:spcPts val="0"/>
              </a:spcAft>
              <a:buClr>
                <a:schemeClr val="dk1"/>
              </a:buClr>
              <a:buSzPts val="1800"/>
              <a:buChar char="›"/>
              <a:defRPr/>
            </a:lvl1pPr>
            <a:lvl2pPr indent="-342900" lvl="1" marL="914400" algn="l">
              <a:lnSpc>
                <a:spcPct val="90000"/>
              </a:lnSpc>
              <a:spcBef>
                <a:spcPts val="600"/>
              </a:spcBef>
              <a:spcAft>
                <a:spcPts val="0"/>
              </a:spcAft>
              <a:buClr>
                <a:schemeClr val="dk1"/>
              </a:buClr>
              <a:buSzPts val="1800"/>
              <a:buChar char="–"/>
              <a:defRPr/>
            </a:lvl2pPr>
            <a:lvl3pPr indent="-342900" lvl="2" marL="1371600" algn="l">
              <a:lnSpc>
                <a:spcPct val="90000"/>
              </a:lnSpc>
              <a:spcBef>
                <a:spcPts val="600"/>
              </a:spcBef>
              <a:spcAft>
                <a:spcPts val="0"/>
              </a:spcAft>
              <a:buClr>
                <a:schemeClr val="dk1"/>
              </a:buClr>
              <a:buSzPts val="1800"/>
              <a:buChar char="›"/>
              <a:defRPr/>
            </a:lvl3pPr>
            <a:lvl4pPr indent="-342900" lvl="3" marL="1828800" algn="l">
              <a:lnSpc>
                <a:spcPct val="90000"/>
              </a:lnSpc>
              <a:spcBef>
                <a:spcPts val="600"/>
              </a:spcBef>
              <a:spcAft>
                <a:spcPts val="0"/>
              </a:spcAft>
              <a:buClr>
                <a:schemeClr val="dk1"/>
              </a:buClr>
              <a:buSzPts val="1800"/>
              <a:buChar char="–"/>
              <a:defRPr/>
            </a:lvl4pPr>
            <a:lvl5pPr indent="-342900" lvl="4" marL="2286000" algn="l">
              <a:lnSpc>
                <a:spcPct val="9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600"/>
              </a:spcBef>
              <a:spcAft>
                <a:spcPts val="0"/>
              </a:spcAft>
              <a:buClr>
                <a:schemeClr val="dk1"/>
              </a:buClr>
              <a:buSzPts val="1800"/>
              <a:buChar char="›"/>
              <a:defRPr/>
            </a:lvl7pPr>
            <a:lvl8pPr indent="-342900" lvl="7" marL="3657600" algn="l">
              <a:lnSpc>
                <a:spcPct val="90000"/>
              </a:lnSpc>
              <a:spcBef>
                <a:spcPts val="600"/>
              </a:spcBef>
              <a:spcAft>
                <a:spcPts val="0"/>
              </a:spcAft>
              <a:buClr>
                <a:schemeClr val="dk1"/>
              </a:buClr>
              <a:buSzPts val="1800"/>
              <a:buChar char="–"/>
              <a:defRPr/>
            </a:lvl8pPr>
            <a:lvl9pPr indent="-342900" lvl="8" marL="4114800" algn="l">
              <a:lnSpc>
                <a:spcPct val="90000"/>
              </a:lnSpc>
              <a:spcBef>
                <a:spcPts val="600"/>
              </a:spcBef>
              <a:spcAft>
                <a:spcPts val="0"/>
              </a:spcAft>
              <a:buClr>
                <a:schemeClr val="dk1"/>
              </a:buClr>
              <a:buSzPts val="1800"/>
              <a:buChar char="›"/>
              <a:defRPr/>
            </a:lvl9pPr>
          </a:lstStyle>
          <a:p/>
        </p:txBody>
      </p:sp>
      <p:sp>
        <p:nvSpPr>
          <p:cNvPr id="136" name="Google Shape;136;p62"/>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62"/>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62"/>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NP"/>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1"/>
          <p:cNvSpPr/>
          <p:nvPr/>
        </p:nvSpPr>
        <p:spPr>
          <a:xfrm>
            <a:off x="11884104" y="0"/>
            <a:ext cx="304721" cy="6858000"/>
          </a:xfrm>
          <a:prstGeom prst="rect">
            <a:avLst/>
          </a:prstGeom>
          <a:solidFill>
            <a:srgbClr val="465562">
              <a:alpha val="89803"/>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51"/>
          <p:cNvSpPr/>
          <p:nvPr/>
        </p:nvSpPr>
        <p:spPr>
          <a:xfrm>
            <a:off x="617143" y="0"/>
            <a:ext cx="609441" cy="6858000"/>
          </a:xfrm>
          <a:prstGeom prst="rect">
            <a:avLst/>
          </a:prstGeom>
          <a:solidFill>
            <a:schemeClr val="accent1"/>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2" name="Google Shape;12;p51"/>
          <p:cNvSpPr/>
          <p:nvPr/>
        </p:nvSpPr>
        <p:spPr>
          <a:xfrm>
            <a:off x="0" y="0"/>
            <a:ext cx="609441" cy="6858000"/>
          </a:xfrm>
          <a:prstGeom prst="rect">
            <a:avLst/>
          </a:prstGeom>
          <a:solidFill>
            <a:srgbClr val="6A8093">
              <a:alpha val="87450"/>
            </a:srgbClr>
          </a:solidFill>
          <a:ln>
            <a:noFill/>
          </a:ln>
        </p:spPr>
        <p:txBody>
          <a:bodyPr anchorCtr="0" anchor="ctr" bIns="60925" lIns="121875" spcFirstLastPara="1" rIns="121875" wrap="square" tIns="60925">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3" name="Google Shape;13;p51"/>
          <p:cNvSpPr/>
          <p:nvPr/>
        </p:nvSpPr>
        <p:spPr>
          <a:xfrm>
            <a:off x="617143" y="736219"/>
            <a:ext cx="609441" cy="609600"/>
          </a:xfrm>
          <a:prstGeom prst="rect">
            <a:avLst/>
          </a:prstGeom>
          <a:solidFill>
            <a:srgbClr val="465562">
              <a:alpha val="7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14" name="Google Shape;14;p51"/>
          <p:cNvCxnSpPr/>
          <p:nvPr/>
        </p:nvCxnSpPr>
        <p:spPr>
          <a:xfrm>
            <a:off x="617143" y="736219"/>
            <a:ext cx="609441" cy="0"/>
          </a:xfrm>
          <a:prstGeom prst="straightConnector1">
            <a:avLst/>
          </a:prstGeom>
          <a:noFill/>
          <a:ln cap="flat" cmpd="sng" w="19050">
            <a:solidFill>
              <a:schemeClr val="lt1"/>
            </a:solidFill>
            <a:prstDash val="solid"/>
            <a:miter lim="800000"/>
            <a:headEnd len="sm" w="sm" type="none"/>
            <a:tailEnd len="sm" w="sm" type="none"/>
          </a:ln>
        </p:spPr>
      </p:cxnSp>
      <p:cxnSp>
        <p:nvCxnSpPr>
          <p:cNvPr id="15" name="Google Shape;15;p51"/>
          <p:cNvCxnSpPr/>
          <p:nvPr/>
        </p:nvCxnSpPr>
        <p:spPr>
          <a:xfrm>
            <a:off x="617143" y="1345819"/>
            <a:ext cx="609441" cy="0"/>
          </a:xfrm>
          <a:prstGeom prst="straightConnector1">
            <a:avLst/>
          </a:prstGeom>
          <a:noFill/>
          <a:ln cap="flat" cmpd="sng" w="19050">
            <a:solidFill>
              <a:schemeClr val="lt1"/>
            </a:solidFill>
            <a:prstDash val="solid"/>
            <a:miter lim="800000"/>
            <a:headEnd len="sm" w="sm" type="none"/>
            <a:tailEnd len="sm" w="sm" type="none"/>
          </a:ln>
        </p:spPr>
      </p:cxnSp>
      <p:sp>
        <p:nvSpPr>
          <p:cNvPr id="16" name="Google Shape;16;p51"/>
          <p:cNvSpPr/>
          <p:nvPr/>
        </p:nvSpPr>
        <p:spPr>
          <a:xfrm>
            <a:off x="756095" y="898102"/>
            <a:ext cx="336023" cy="294097"/>
          </a:xfrm>
          <a:custGeom>
            <a:rect b="b" l="l" r="r" t="t"/>
            <a:pathLst>
              <a:path extrusionOk="0" h="372" w="426">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7" name="Google Shape;17;p51"/>
          <p:cNvCxnSpPr/>
          <p:nvPr/>
        </p:nvCxnSpPr>
        <p:spPr>
          <a:xfrm>
            <a:off x="617143" y="0"/>
            <a:ext cx="0" cy="6858000"/>
          </a:xfrm>
          <a:prstGeom prst="straightConnector1">
            <a:avLst/>
          </a:prstGeom>
          <a:noFill/>
          <a:ln cap="flat" cmpd="sng" w="19050">
            <a:solidFill>
              <a:schemeClr val="lt1"/>
            </a:solidFill>
            <a:prstDash val="solid"/>
            <a:miter lim="800000"/>
            <a:headEnd len="sm" w="sm" type="none"/>
            <a:tailEnd len="sm" w="sm" type="none"/>
          </a:ln>
        </p:spPr>
      </p:cxnSp>
      <p:sp>
        <p:nvSpPr>
          <p:cNvPr id="18" name="Google Shape;18;p51"/>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43F49"/>
              </a:buClr>
              <a:buSzPts val="3600"/>
              <a:buFont typeface="Arial"/>
              <a:buNone/>
              <a:defRPr b="0" i="0" sz="3600" u="none" cap="none" strike="noStrike">
                <a:solidFill>
                  <a:srgbClr val="343F4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51"/>
          <p:cNvSpPr txBox="1"/>
          <p:nvPr>
            <p:ph idx="1" type="body"/>
          </p:nvPr>
        </p:nvSpPr>
        <p:spPr>
          <a:xfrm>
            <a:off x="1593436" y="1600200"/>
            <a:ext cx="9782801" cy="45720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4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6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0" name="Google Shape;20;p51"/>
          <p:cNvSpPr txBox="1"/>
          <p:nvPr>
            <p:ph idx="10" type="dt"/>
          </p:nvPr>
        </p:nvSpPr>
        <p:spPr>
          <a:xfrm>
            <a:off x="5180250" y="6356351"/>
            <a:ext cx="1218883"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cap="non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 name="Google Shape;21;p51"/>
          <p:cNvSpPr txBox="1"/>
          <p:nvPr>
            <p:ph idx="11" type="ftr"/>
          </p:nvPr>
        </p:nvSpPr>
        <p:spPr>
          <a:xfrm>
            <a:off x="6595933" y="6356351"/>
            <a:ext cx="3974065"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cap="non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2" name="Google Shape;22;p51"/>
          <p:cNvSpPr txBox="1"/>
          <p:nvPr>
            <p:ph idx="12" type="sldNum"/>
          </p:nvPr>
        </p:nvSpPr>
        <p:spPr>
          <a:xfrm>
            <a:off x="10766796" y="6356351"/>
            <a:ext cx="609441"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1200" u="none" cap="none">
                <a:solidFill>
                  <a:schemeClr val="dk1"/>
                </a:solidFill>
                <a:latin typeface="Arial"/>
                <a:ea typeface="Arial"/>
                <a:cs typeface="Arial"/>
                <a:sym typeface="Arial"/>
              </a:defRPr>
            </a:lvl1pPr>
            <a:lvl2pPr indent="0" lvl="1" marL="0" marR="0" rtl="0" algn="r">
              <a:spcBef>
                <a:spcPts val="0"/>
              </a:spcBef>
              <a:buNone/>
              <a:defRPr b="0" sz="1200" u="none" cap="none">
                <a:solidFill>
                  <a:schemeClr val="dk1"/>
                </a:solidFill>
                <a:latin typeface="Arial"/>
                <a:ea typeface="Arial"/>
                <a:cs typeface="Arial"/>
                <a:sym typeface="Arial"/>
              </a:defRPr>
            </a:lvl2pPr>
            <a:lvl3pPr indent="0" lvl="2" marL="0" marR="0" rtl="0" algn="r">
              <a:spcBef>
                <a:spcPts val="0"/>
              </a:spcBef>
              <a:buNone/>
              <a:defRPr b="0" sz="1200" u="none" cap="none">
                <a:solidFill>
                  <a:schemeClr val="dk1"/>
                </a:solidFill>
                <a:latin typeface="Arial"/>
                <a:ea typeface="Arial"/>
                <a:cs typeface="Arial"/>
                <a:sym typeface="Arial"/>
              </a:defRPr>
            </a:lvl3pPr>
            <a:lvl4pPr indent="0" lvl="3" marL="0" marR="0" rtl="0" algn="r">
              <a:spcBef>
                <a:spcPts val="0"/>
              </a:spcBef>
              <a:buNone/>
              <a:defRPr b="0" sz="1200" u="none" cap="none">
                <a:solidFill>
                  <a:schemeClr val="dk1"/>
                </a:solidFill>
                <a:latin typeface="Arial"/>
                <a:ea typeface="Arial"/>
                <a:cs typeface="Arial"/>
                <a:sym typeface="Arial"/>
              </a:defRPr>
            </a:lvl4pPr>
            <a:lvl5pPr indent="0" lvl="4" marL="0" marR="0" rtl="0" algn="r">
              <a:spcBef>
                <a:spcPts val="0"/>
              </a:spcBef>
              <a:buNone/>
              <a:defRPr b="0" sz="1200" u="none" cap="none">
                <a:solidFill>
                  <a:schemeClr val="dk1"/>
                </a:solidFill>
                <a:latin typeface="Arial"/>
                <a:ea typeface="Arial"/>
                <a:cs typeface="Arial"/>
                <a:sym typeface="Arial"/>
              </a:defRPr>
            </a:lvl5pPr>
            <a:lvl6pPr indent="0" lvl="5" marL="0" marR="0" rtl="0" algn="r">
              <a:spcBef>
                <a:spcPts val="0"/>
              </a:spcBef>
              <a:buNone/>
              <a:defRPr b="0" sz="1200" u="none" cap="none">
                <a:solidFill>
                  <a:schemeClr val="dk1"/>
                </a:solidFill>
                <a:latin typeface="Arial"/>
                <a:ea typeface="Arial"/>
                <a:cs typeface="Arial"/>
                <a:sym typeface="Arial"/>
              </a:defRPr>
            </a:lvl6pPr>
            <a:lvl7pPr indent="0" lvl="6" marL="0" marR="0" rtl="0" algn="r">
              <a:spcBef>
                <a:spcPts val="0"/>
              </a:spcBef>
              <a:buNone/>
              <a:defRPr b="0" sz="1200" u="none" cap="none">
                <a:solidFill>
                  <a:schemeClr val="dk1"/>
                </a:solidFill>
                <a:latin typeface="Arial"/>
                <a:ea typeface="Arial"/>
                <a:cs typeface="Arial"/>
                <a:sym typeface="Arial"/>
              </a:defRPr>
            </a:lvl7pPr>
            <a:lvl8pPr indent="0" lvl="7" marL="0" marR="0" rtl="0" algn="r">
              <a:spcBef>
                <a:spcPts val="0"/>
              </a:spcBef>
              <a:buNone/>
              <a:defRPr b="0" sz="1200" u="none" cap="none">
                <a:solidFill>
                  <a:schemeClr val="dk1"/>
                </a:solidFill>
                <a:latin typeface="Arial"/>
                <a:ea typeface="Arial"/>
                <a:cs typeface="Arial"/>
                <a:sym typeface="Arial"/>
              </a:defRPr>
            </a:lvl8pPr>
            <a:lvl9pPr indent="0" lvl="8" marL="0" marR="0" rtl="0" algn="r">
              <a:spcBef>
                <a:spcPts val="0"/>
              </a:spcBef>
              <a:buNone/>
              <a:defRPr b="0" sz="1200" u="none" cap="non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NP"/>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comments" Target="../comments/commen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ph type="ctrTitle"/>
          </p:nvPr>
        </p:nvSpPr>
        <p:spPr>
          <a:xfrm>
            <a:off x="2428669" y="908720"/>
            <a:ext cx="9282367" cy="3371607"/>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343F49"/>
              </a:buClr>
              <a:buSzPts val="5400"/>
              <a:buFont typeface="Arial"/>
              <a:buNone/>
            </a:pPr>
            <a:r>
              <a:rPr lang="en-NP"/>
              <a:t>System Analysis and Project Management – Requirements Determination and Use Case Modeling</a:t>
            </a:r>
            <a:endParaRPr/>
          </a:p>
        </p:txBody>
      </p:sp>
      <p:sp>
        <p:nvSpPr>
          <p:cNvPr id="144" name="Google Shape;144;p1"/>
          <p:cNvSpPr txBox="1"/>
          <p:nvPr>
            <p:ph idx="1" type="subTitle"/>
          </p:nvPr>
        </p:nvSpPr>
        <p:spPr>
          <a:xfrm>
            <a:off x="2428669" y="4344915"/>
            <a:ext cx="7516442" cy="111608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NP"/>
              <a:t>Prepared By - Vesh Raj Joshi</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Determining Requirements</a:t>
            </a:r>
            <a:endParaRPr/>
          </a:p>
        </p:txBody>
      </p:sp>
      <p:sp>
        <p:nvSpPr>
          <p:cNvPr id="150" name="Google Shape;150;p2"/>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fontScale="92500" lnSpcReduction="20000"/>
          </a:bodyPr>
          <a:lstStyle/>
          <a:p>
            <a:pPr indent="-246888" lvl="0" marL="246888" rtl="0" algn="l">
              <a:lnSpc>
                <a:spcPct val="90000"/>
              </a:lnSpc>
              <a:spcBef>
                <a:spcPts val="0"/>
              </a:spcBef>
              <a:spcAft>
                <a:spcPts val="0"/>
              </a:spcAft>
              <a:buClr>
                <a:schemeClr val="dk1"/>
              </a:buClr>
              <a:buSzPct val="100000"/>
              <a:buChar char="›"/>
            </a:pPr>
            <a:r>
              <a:rPr b="1" lang="en-NP"/>
              <a:t>What are requirements?</a:t>
            </a:r>
            <a:endParaRPr/>
          </a:p>
          <a:p>
            <a:pPr indent="0" lvl="1" marL="365760" rtl="0" algn="l">
              <a:lnSpc>
                <a:spcPct val="110000"/>
              </a:lnSpc>
              <a:spcBef>
                <a:spcPts val="600"/>
              </a:spcBef>
              <a:spcAft>
                <a:spcPts val="0"/>
              </a:spcAft>
              <a:buClr>
                <a:schemeClr val="dk1"/>
              </a:buClr>
              <a:buSzPct val="100000"/>
              <a:buNone/>
            </a:pPr>
            <a:r>
              <a:rPr lang="en-NP"/>
              <a:t>Requirements define what a system should do and the constraints under which it should operate. What a system should do falls under the category of </a:t>
            </a:r>
            <a:r>
              <a:rPr b="1" lang="en-NP"/>
              <a:t>Functional Requirements</a:t>
            </a:r>
            <a:r>
              <a:rPr lang="en-NP"/>
              <a:t>, while the constraints are described by </a:t>
            </a:r>
            <a:r>
              <a:rPr b="1" lang="en-NP"/>
              <a:t>Non-Functional Requirements</a:t>
            </a:r>
            <a:r>
              <a:rPr lang="en-NP"/>
              <a:t>.</a:t>
            </a:r>
            <a:endParaRPr b="1"/>
          </a:p>
          <a:p>
            <a:pPr indent="-246888" lvl="0" marL="246888" rtl="0" algn="l">
              <a:lnSpc>
                <a:spcPct val="90000"/>
              </a:lnSpc>
              <a:spcBef>
                <a:spcPts val="1400"/>
              </a:spcBef>
              <a:spcAft>
                <a:spcPts val="0"/>
              </a:spcAft>
              <a:buClr>
                <a:schemeClr val="dk1"/>
              </a:buClr>
              <a:buSzPct val="100000"/>
              <a:buChar char="›"/>
            </a:pPr>
            <a:r>
              <a:rPr b="1" lang="en-NP"/>
              <a:t>What is requirement determination?</a:t>
            </a:r>
            <a:endParaRPr/>
          </a:p>
          <a:p>
            <a:pPr indent="0" lvl="0" marL="268288" rtl="0" algn="l">
              <a:lnSpc>
                <a:spcPct val="120000"/>
              </a:lnSpc>
              <a:spcBef>
                <a:spcPts val="1400"/>
              </a:spcBef>
              <a:spcAft>
                <a:spcPts val="0"/>
              </a:spcAft>
              <a:buClr>
                <a:schemeClr val="dk1"/>
              </a:buClr>
              <a:buSzPct val="100000"/>
              <a:buNone/>
            </a:pPr>
            <a:r>
              <a:rPr lang="en-NP" sz="2400"/>
              <a:t>Requirements determination is the process of studying the existing system and gathering details to find out what are the requirements, how it works, and where improvements should be made</a:t>
            </a:r>
            <a:r>
              <a:rPr lang="en-NP" sz="1600"/>
              <a:t>.</a:t>
            </a:r>
            <a:endParaRPr/>
          </a:p>
          <a:p>
            <a:pPr indent="0" lvl="0" marL="268288" rtl="0" algn="l">
              <a:lnSpc>
                <a:spcPct val="120000"/>
              </a:lnSpc>
              <a:spcBef>
                <a:spcPts val="1400"/>
              </a:spcBef>
              <a:spcAft>
                <a:spcPts val="0"/>
              </a:spcAft>
              <a:buClr>
                <a:schemeClr val="dk1"/>
              </a:buClr>
              <a:buSzPct val="100000"/>
              <a:buNone/>
            </a:pPr>
            <a:r>
              <a:rPr b="1" lang="en-NP" sz="2000"/>
              <a:t>Requirements are best determined by system analyst and business people together.</a:t>
            </a:r>
            <a:endParaRPr b="1" sz="1900"/>
          </a:p>
          <a:p>
            <a:pPr indent="0" lvl="0" marL="230188" rtl="0" algn="l">
              <a:lnSpc>
                <a:spcPct val="100000"/>
              </a:lnSpc>
              <a:spcBef>
                <a:spcPts val="1400"/>
              </a:spcBef>
              <a:spcAft>
                <a:spcPts val="0"/>
              </a:spcAft>
              <a:buClr>
                <a:schemeClr val="dk1"/>
              </a:buClr>
              <a:buSzPct val="100000"/>
              <a:buNone/>
            </a:pPr>
            <a:r>
              <a:rPr b="1" i="1" lang="en-NP" sz="2400"/>
              <a:t>The hardest single part of building a software system is deciding precisely what to build.</a:t>
            </a:r>
            <a:r>
              <a:rPr b="1" lang="en-NP" sz="2400"/>
              <a:t> – Frederick Brooks</a:t>
            </a:r>
            <a:endParaRPr b="1" sz="2400"/>
          </a:p>
          <a:p>
            <a:pPr indent="0" lvl="0" marL="230188" rtl="0" algn="l">
              <a:lnSpc>
                <a:spcPct val="100000"/>
              </a:lnSpc>
              <a:spcBef>
                <a:spcPts val="1400"/>
              </a:spcBef>
              <a:spcAft>
                <a:spcPts val="0"/>
              </a:spcAft>
              <a:buClr>
                <a:schemeClr val="dk1"/>
              </a:buClr>
              <a:buSzPct val="100000"/>
              <a:buNone/>
            </a:pPr>
            <a:r>
              <a:t/>
            </a:r>
            <a:endParaRPr b="1"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Strategies for Analyzing Requirements</a:t>
            </a:r>
            <a:endParaRPr/>
          </a:p>
        </p:txBody>
      </p:sp>
      <p:sp>
        <p:nvSpPr>
          <p:cNvPr id="156" name="Google Shape;156;p3"/>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NP" sz="2400"/>
              <a:t>Busines Process Automation(BPA)</a:t>
            </a:r>
            <a:endParaRPr/>
          </a:p>
          <a:p>
            <a:pPr indent="-246888" lvl="1" marL="612648" rtl="0" algn="l">
              <a:lnSpc>
                <a:spcPct val="90000"/>
              </a:lnSpc>
              <a:spcBef>
                <a:spcPts val="600"/>
              </a:spcBef>
              <a:spcAft>
                <a:spcPts val="0"/>
              </a:spcAft>
              <a:buClr>
                <a:schemeClr val="dk1"/>
              </a:buClr>
              <a:buSzPts val="2000"/>
              <a:buChar char="–"/>
            </a:pPr>
            <a:r>
              <a:rPr b="1" lang="en-NP" sz="2000"/>
              <a:t>Least amount of changes to the current system</a:t>
            </a:r>
            <a:endParaRPr/>
          </a:p>
          <a:p>
            <a:pPr indent="-246888" lvl="1" marL="612648" rtl="0" algn="l">
              <a:lnSpc>
                <a:spcPct val="90000"/>
              </a:lnSpc>
              <a:spcBef>
                <a:spcPts val="600"/>
              </a:spcBef>
              <a:spcAft>
                <a:spcPts val="0"/>
              </a:spcAft>
              <a:buClr>
                <a:schemeClr val="dk1"/>
              </a:buClr>
              <a:buSzPts val="2000"/>
              <a:buChar char="–"/>
            </a:pPr>
            <a:r>
              <a:rPr b="1" lang="en-NP" sz="2000"/>
              <a:t>Use computer technology to automate some protions</a:t>
            </a:r>
            <a:endParaRPr/>
          </a:p>
          <a:p>
            <a:pPr indent="-246888" lvl="1" marL="612648" rtl="0" algn="l">
              <a:lnSpc>
                <a:spcPct val="90000"/>
              </a:lnSpc>
              <a:spcBef>
                <a:spcPts val="600"/>
              </a:spcBef>
              <a:spcAft>
                <a:spcPts val="0"/>
              </a:spcAft>
              <a:buClr>
                <a:schemeClr val="dk1"/>
              </a:buClr>
              <a:buSzPts val="2000"/>
              <a:buChar char="–"/>
            </a:pPr>
            <a:r>
              <a:rPr b="1" lang="en-NP" sz="2000"/>
              <a:t>Problem analysis</a:t>
            </a:r>
            <a:endParaRPr/>
          </a:p>
          <a:p>
            <a:pPr indent="-246888" lvl="2" marL="978408" rtl="0" algn="l">
              <a:lnSpc>
                <a:spcPct val="90000"/>
              </a:lnSpc>
              <a:spcBef>
                <a:spcPts val="600"/>
              </a:spcBef>
              <a:spcAft>
                <a:spcPts val="0"/>
              </a:spcAft>
              <a:buClr>
                <a:schemeClr val="dk1"/>
              </a:buClr>
              <a:buSzPts val="1600"/>
              <a:buChar char="›"/>
            </a:pPr>
            <a:r>
              <a:rPr b="1" lang="en-NP" sz="1600"/>
              <a:t>Ask users to identify problems with the current system</a:t>
            </a:r>
            <a:endParaRPr/>
          </a:p>
          <a:p>
            <a:pPr indent="-246888" lvl="2" marL="978408" rtl="0" algn="l">
              <a:lnSpc>
                <a:spcPct val="90000"/>
              </a:lnSpc>
              <a:spcBef>
                <a:spcPts val="600"/>
              </a:spcBef>
              <a:spcAft>
                <a:spcPts val="0"/>
              </a:spcAft>
              <a:buClr>
                <a:schemeClr val="dk1"/>
              </a:buClr>
              <a:buSzPts val="1600"/>
              <a:buChar char="›"/>
            </a:pPr>
            <a:r>
              <a:rPr b="1" lang="en-NP" sz="1600"/>
              <a:t>Ask users how they would solve these problems</a:t>
            </a:r>
            <a:endParaRPr/>
          </a:p>
          <a:p>
            <a:pPr indent="-246888" lvl="2" marL="978408" rtl="0" algn="l">
              <a:lnSpc>
                <a:spcPct val="90000"/>
              </a:lnSpc>
              <a:spcBef>
                <a:spcPts val="600"/>
              </a:spcBef>
              <a:spcAft>
                <a:spcPts val="0"/>
              </a:spcAft>
              <a:buClr>
                <a:schemeClr val="dk1"/>
              </a:buClr>
              <a:buSzPts val="1600"/>
              <a:buChar char="›"/>
            </a:pPr>
            <a:r>
              <a:rPr b="1" lang="en-NP" sz="1600"/>
              <a:t>Good for improving efficiency or ease of use</a:t>
            </a:r>
            <a:endParaRPr/>
          </a:p>
          <a:p>
            <a:pPr indent="-246888" lvl="1" marL="612648" rtl="0" algn="l">
              <a:lnSpc>
                <a:spcPct val="90000"/>
              </a:lnSpc>
              <a:spcBef>
                <a:spcPts val="600"/>
              </a:spcBef>
              <a:spcAft>
                <a:spcPts val="0"/>
              </a:spcAft>
              <a:buClr>
                <a:schemeClr val="dk1"/>
              </a:buClr>
              <a:buSzPts val="2000"/>
              <a:buChar char="–"/>
            </a:pPr>
            <a:r>
              <a:rPr b="1" lang="en-NP" sz="2000"/>
              <a:t>Root cause analysis</a:t>
            </a:r>
            <a:endParaRPr/>
          </a:p>
          <a:p>
            <a:pPr indent="-246888" lvl="2" marL="978408" rtl="0" algn="l">
              <a:lnSpc>
                <a:spcPct val="90000"/>
              </a:lnSpc>
              <a:spcBef>
                <a:spcPts val="600"/>
              </a:spcBef>
              <a:spcAft>
                <a:spcPts val="0"/>
              </a:spcAft>
              <a:buClr>
                <a:schemeClr val="dk1"/>
              </a:buClr>
              <a:buSzPts val="1600"/>
              <a:buChar char="›"/>
            </a:pPr>
            <a:r>
              <a:rPr b="1" lang="en-NP" sz="1600"/>
              <a:t>Focus is on the cause of a problem, not its solution</a:t>
            </a:r>
            <a:endParaRPr/>
          </a:p>
          <a:p>
            <a:pPr indent="-246888" lvl="2" marL="978408" rtl="0" algn="l">
              <a:lnSpc>
                <a:spcPct val="90000"/>
              </a:lnSpc>
              <a:spcBef>
                <a:spcPts val="600"/>
              </a:spcBef>
              <a:spcAft>
                <a:spcPts val="0"/>
              </a:spcAft>
              <a:buClr>
                <a:schemeClr val="dk1"/>
              </a:buClr>
              <a:buSzPts val="1600"/>
              <a:buChar char="›"/>
            </a:pPr>
            <a:r>
              <a:rPr b="1" lang="en-NP" sz="1600"/>
              <a:t>Create a prioritized list of problems</a:t>
            </a:r>
            <a:endParaRPr/>
          </a:p>
          <a:p>
            <a:pPr indent="-246888" lvl="2" marL="978408" rtl="0" algn="l">
              <a:lnSpc>
                <a:spcPct val="90000"/>
              </a:lnSpc>
              <a:spcBef>
                <a:spcPts val="600"/>
              </a:spcBef>
              <a:spcAft>
                <a:spcPts val="0"/>
              </a:spcAft>
              <a:buClr>
                <a:schemeClr val="dk1"/>
              </a:buClr>
              <a:buSzPts val="1600"/>
              <a:buChar char="›"/>
            </a:pPr>
            <a:r>
              <a:rPr b="1" lang="en-NP" sz="1600"/>
              <a:t>Try to determine their causes</a:t>
            </a:r>
            <a:endParaRPr/>
          </a:p>
          <a:p>
            <a:pPr indent="-246888" lvl="2" marL="978408" rtl="0" algn="l">
              <a:lnSpc>
                <a:spcPct val="90000"/>
              </a:lnSpc>
              <a:spcBef>
                <a:spcPts val="600"/>
              </a:spcBef>
              <a:spcAft>
                <a:spcPts val="0"/>
              </a:spcAft>
              <a:buClr>
                <a:schemeClr val="dk1"/>
              </a:buClr>
              <a:buSzPts val="1600"/>
              <a:buChar char="›"/>
            </a:pPr>
            <a:r>
              <a:rPr b="1" lang="en-NP" sz="1600"/>
              <a:t>Once the causes are know, solution can be developed</a:t>
            </a:r>
            <a:endParaRPr b="1"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Strategies for Analyzing Requirements</a:t>
            </a:r>
            <a:endParaRPr/>
          </a:p>
        </p:txBody>
      </p:sp>
      <p:sp>
        <p:nvSpPr>
          <p:cNvPr id="162" name="Google Shape;162;p4"/>
          <p:cNvSpPr txBox="1"/>
          <p:nvPr>
            <p:ph idx="1" type="body"/>
          </p:nvPr>
        </p:nvSpPr>
        <p:spPr>
          <a:xfrm>
            <a:off x="1537366" y="1772816"/>
            <a:ext cx="9838800" cy="4824600"/>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NP" sz="2400"/>
              <a:t>Business Process Improvement(BPI)</a:t>
            </a:r>
            <a:endParaRPr/>
          </a:p>
          <a:p>
            <a:pPr indent="-246888" lvl="1" marL="612648" rtl="0" algn="l">
              <a:lnSpc>
                <a:spcPct val="90000"/>
              </a:lnSpc>
              <a:spcBef>
                <a:spcPts val="600"/>
              </a:spcBef>
              <a:spcAft>
                <a:spcPts val="0"/>
              </a:spcAft>
              <a:buClr>
                <a:schemeClr val="dk1"/>
              </a:buClr>
              <a:buSzPts val="2000"/>
              <a:buChar char="–"/>
            </a:pPr>
            <a:r>
              <a:rPr b="1" lang="en-NP" sz="2000"/>
              <a:t>Moderate amount of change is required</a:t>
            </a:r>
            <a:endParaRPr/>
          </a:p>
          <a:p>
            <a:pPr indent="-246888" lvl="1" marL="612648" rtl="0" algn="l">
              <a:lnSpc>
                <a:spcPct val="90000"/>
              </a:lnSpc>
              <a:spcBef>
                <a:spcPts val="600"/>
              </a:spcBef>
              <a:spcAft>
                <a:spcPts val="0"/>
              </a:spcAft>
              <a:buClr>
                <a:schemeClr val="dk1"/>
              </a:buClr>
              <a:buSzPts val="2000"/>
              <a:buChar char="–"/>
            </a:pPr>
            <a:r>
              <a:rPr b="1" lang="en-NP" sz="2000"/>
              <a:t>Design to improve efficiency of the current system</a:t>
            </a:r>
            <a:endParaRPr/>
          </a:p>
          <a:p>
            <a:pPr indent="-246888" lvl="1" marL="612648" rtl="0" algn="l">
              <a:lnSpc>
                <a:spcPct val="90000"/>
              </a:lnSpc>
              <a:spcBef>
                <a:spcPts val="600"/>
              </a:spcBef>
              <a:spcAft>
                <a:spcPts val="0"/>
              </a:spcAft>
              <a:buClr>
                <a:schemeClr val="dk1"/>
              </a:buClr>
              <a:buSzPts val="2000"/>
              <a:buChar char="–"/>
            </a:pPr>
            <a:r>
              <a:rPr b="1" lang="en-NP" sz="2000"/>
              <a:t>Duration analysis</a:t>
            </a:r>
            <a:endParaRPr/>
          </a:p>
          <a:p>
            <a:pPr indent="-246888" lvl="2" marL="978408" rtl="0" algn="l">
              <a:lnSpc>
                <a:spcPct val="90000"/>
              </a:lnSpc>
              <a:spcBef>
                <a:spcPts val="600"/>
              </a:spcBef>
              <a:spcAft>
                <a:spcPts val="0"/>
              </a:spcAft>
              <a:buClr>
                <a:schemeClr val="dk1"/>
              </a:buClr>
              <a:buSzPts val="1600"/>
              <a:buChar char="›"/>
            </a:pPr>
            <a:r>
              <a:rPr b="1" lang="en-NP" sz="1600"/>
              <a:t>Determine the time required to complete each step in a business process</a:t>
            </a:r>
            <a:endParaRPr/>
          </a:p>
          <a:p>
            <a:pPr indent="-246888" lvl="2" marL="978408" rtl="0" algn="l">
              <a:lnSpc>
                <a:spcPct val="90000"/>
              </a:lnSpc>
              <a:spcBef>
                <a:spcPts val="600"/>
              </a:spcBef>
              <a:spcAft>
                <a:spcPts val="0"/>
              </a:spcAft>
              <a:buClr>
                <a:schemeClr val="dk1"/>
              </a:buClr>
              <a:buSzPts val="1600"/>
              <a:buChar char="›"/>
            </a:pPr>
            <a:r>
              <a:rPr b="1" lang="en-NP" sz="1600"/>
              <a:t>Compare this to the total time required for the entire process.</a:t>
            </a:r>
            <a:endParaRPr/>
          </a:p>
          <a:p>
            <a:pPr indent="-246888" lvl="2" marL="978408" rtl="0" algn="l">
              <a:lnSpc>
                <a:spcPct val="90000"/>
              </a:lnSpc>
              <a:spcBef>
                <a:spcPts val="600"/>
              </a:spcBef>
              <a:spcAft>
                <a:spcPts val="0"/>
              </a:spcAft>
              <a:buClr>
                <a:schemeClr val="dk1"/>
              </a:buClr>
              <a:buSzPts val="1600"/>
              <a:buChar char="›"/>
            </a:pPr>
            <a:r>
              <a:rPr b="1" lang="en-NP" sz="1600"/>
              <a:t>Large differences suggest problems that might be solved by:</a:t>
            </a:r>
            <a:endParaRPr/>
          </a:p>
          <a:p>
            <a:pPr indent="-246887" lvl="3" marL="1344168" rtl="0" algn="l">
              <a:lnSpc>
                <a:spcPct val="90000"/>
              </a:lnSpc>
              <a:spcBef>
                <a:spcPts val="600"/>
              </a:spcBef>
              <a:spcAft>
                <a:spcPts val="0"/>
              </a:spcAft>
              <a:buClr>
                <a:schemeClr val="dk1"/>
              </a:buClr>
              <a:buSzPts val="1400"/>
              <a:buChar char="–"/>
            </a:pPr>
            <a:r>
              <a:rPr b="1" lang="en-NP" sz="1400"/>
              <a:t>Integrating some steps together</a:t>
            </a:r>
            <a:endParaRPr/>
          </a:p>
          <a:p>
            <a:pPr indent="-246887" lvl="3" marL="1344168" rtl="0" algn="l">
              <a:lnSpc>
                <a:spcPct val="90000"/>
              </a:lnSpc>
              <a:spcBef>
                <a:spcPts val="600"/>
              </a:spcBef>
              <a:spcAft>
                <a:spcPts val="0"/>
              </a:spcAft>
              <a:buClr>
                <a:schemeClr val="dk1"/>
              </a:buClr>
              <a:buSzPts val="1400"/>
              <a:buChar char="–"/>
            </a:pPr>
            <a:r>
              <a:rPr b="1" lang="en-NP" sz="1400"/>
              <a:t>Performing some steps simultaneously </a:t>
            </a:r>
            <a:endParaRPr/>
          </a:p>
          <a:p>
            <a:pPr indent="-246888" lvl="1" marL="612648" rtl="0" algn="l">
              <a:lnSpc>
                <a:spcPct val="90000"/>
              </a:lnSpc>
              <a:spcBef>
                <a:spcPts val="600"/>
              </a:spcBef>
              <a:spcAft>
                <a:spcPts val="0"/>
              </a:spcAft>
              <a:buClr>
                <a:schemeClr val="dk1"/>
              </a:buClr>
              <a:buSzPts val="2000"/>
              <a:buChar char="–"/>
            </a:pPr>
            <a:r>
              <a:rPr b="1" lang="en-NP" sz="2000"/>
              <a:t>Activity based costing – same as duration analysis but applied to the costs.</a:t>
            </a:r>
            <a:endParaRPr/>
          </a:p>
          <a:p>
            <a:pPr indent="-246888" lvl="1" marL="612648" rtl="0" algn="l">
              <a:lnSpc>
                <a:spcPct val="90000"/>
              </a:lnSpc>
              <a:spcBef>
                <a:spcPts val="600"/>
              </a:spcBef>
              <a:spcAft>
                <a:spcPts val="0"/>
              </a:spcAft>
              <a:buClr>
                <a:schemeClr val="dk1"/>
              </a:buClr>
              <a:buSzPts val="2000"/>
              <a:buChar char="–"/>
            </a:pPr>
            <a:r>
              <a:rPr b="1" lang="en-NP" sz="2000"/>
              <a:t>Informal benchmarking – analyzes similar processes in other successful organizations</a:t>
            </a:r>
            <a:endParaRPr b="1"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Strategies for Analyzing Requirements</a:t>
            </a:r>
            <a:endParaRPr/>
          </a:p>
        </p:txBody>
      </p:sp>
      <p:sp>
        <p:nvSpPr>
          <p:cNvPr id="168" name="Google Shape;168;p5"/>
          <p:cNvSpPr txBox="1"/>
          <p:nvPr>
            <p:ph idx="1" type="body"/>
          </p:nvPr>
        </p:nvSpPr>
        <p:spPr>
          <a:xfrm>
            <a:off x="1537366" y="1772816"/>
            <a:ext cx="9838871" cy="4824535"/>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400"/>
              <a:buChar char="›"/>
            </a:pPr>
            <a:r>
              <a:rPr b="1" lang="en-NP" sz="2400"/>
              <a:t>Business Process Reengineering(BPR)</a:t>
            </a:r>
            <a:endParaRPr/>
          </a:p>
          <a:p>
            <a:pPr indent="-246888" lvl="1" marL="612648" rtl="0" algn="l">
              <a:lnSpc>
                <a:spcPct val="90000"/>
              </a:lnSpc>
              <a:spcBef>
                <a:spcPts val="600"/>
              </a:spcBef>
              <a:spcAft>
                <a:spcPts val="0"/>
              </a:spcAft>
              <a:buClr>
                <a:schemeClr val="dk1"/>
              </a:buClr>
              <a:buSzPts val="2000"/>
              <a:buChar char="–"/>
            </a:pPr>
            <a:r>
              <a:rPr b="1" lang="en-NP" sz="2000"/>
              <a:t>Most amount of change – a complete makeover</a:t>
            </a:r>
            <a:endParaRPr/>
          </a:p>
          <a:p>
            <a:pPr indent="-246888" lvl="1" marL="612648" rtl="0" algn="l">
              <a:lnSpc>
                <a:spcPct val="90000"/>
              </a:lnSpc>
              <a:spcBef>
                <a:spcPts val="600"/>
              </a:spcBef>
              <a:spcAft>
                <a:spcPts val="0"/>
              </a:spcAft>
              <a:buClr>
                <a:schemeClr val="dk1"/>
              </a:buClr>
              <a:buSzPts val="2000"/>
              <a:buChar char="–"/>
            </a:pPr>
            <a:r>
              <a:rPr b="1" lang="en-NP" sz="2000"/>
              <a:t>Focus is on the to-be system - little time spent on the current system</a:t>
            </a:r>
            <a:endParaRPr/>
          </a:p>
          <a:p>
            <a:pPr indent="-246888" lvl="1" marL="612648" rtl="0" algn="l">
              <a:lnSpc>
                <a:spcPct val="90000"/>
              </a:lnSpc>
              <a:spcBef>
                <a:spcPts val="600"/>
              </a:spcBef>
              <a:spcAft>
                <a:spcPts val="0"/>
              </a:spcAft>
              <a:buClr>
                <a:schemeClr val="dk1"/>
              </a:buClr>
              <a:buSzPts val="2000"/>
              <a:buChar char="–"/>
            </a:pPr>
            <a:r>
              <a:rPr b="1" lang="en-NP" sz="2000"/>
              <a:t>Institutes maximum changes: “Out with old and in with the new”</a:t>
            </a:r>
            <a:endParaRPr/>
          </a:p>
          <a:p>
            <a:pPr indent="-246888" lvl="1" marL="612648" rtl="0" algn="l">
              <a:lnSpc>
                <a:spcPct val="90000"/>
              </a:lnSpc>
              <a:spcBef>
                <a:spcPts val="600"/>
              </a:spcBef>
              <a:spcAft>
                <a:spcPts val="0"/>
              </a:spcAft>
              <a:buClr>
                <a:schemeClr val="dk1"/>
              </a:buClr>
              <a:buSzPts val="2000"/>
              <a:buChar char="–"/>
            </a:pPr>
            <a:r>
              <a:rPr b="1" lang="en-NP" sz="2000"/>
              <a:t>Techniques:</a:t>
            </a:r>
            <a:endParaRPr/>
          </a:p>
          <a:p>
            <a:pPr indent="-246888" lvl="2" marL="978408" rtl="0" algn="l">
              <a:lnSpc>
                <a:spcPct val="90000"/>
              </a:lnSpc>
              <a:spcBef>
                <a:spcPts val="600"/>
              </a:spcBef>
              <a:spcAft>
                <a:spcPts val="0"/>
              </a:spcAft>
              <a:buClr>
                <a:schemeClr val="dk1"/>
              </a:buClr>
              <a:buSzPts val="1600"/>
              <a:buChar char="›"/>
            </a:pPr>
            <a:r>
              <a:rPr b="1" lang="en-NP" sz="1600"/>
              <a:t>Outcoume analysis – What does the customer want in the end?</a:t>
            </a:r>
            <a:endParaRPr/>
          </a:p>
          <a:p>
            <a:pPr indent="-246888" lvl="2" marL="978408" rtl="0" algn="l">
              <a:lnSpc>
                <a:spcPct val="90000"/>
              </a:lnSpc>
              <a:spcBef>
                <a:spcPts val="600"/>
              </a:spcBef>
              <a:spcAft>
                <a:spcPts val="0"/>
              </a:spcAft>
              <a:buClr>
                <a:schemeClr val="dk1"/>
              </a:buClr>
              <a:buSzPts val="1600"/>
              <a:buChar char="›"/>
            </a:pPr>
            <a:r>
              <a:rPr b="1" lang="en-NP" sz="1600"/>
              <a:t>Technology analysis - apply new technologies to business processes and identify benefits</a:t>
            </a:r>
            <a:endParaRPr/>
          </a:p>
          <a:p>
            <a:pPr indent="-246888" lvl="2" marL="978408" rtl="0" algn="l">
              <a:lnSpc>
                <a:spcPct val="90000"/>
              </a:lnSpc>
              <a:spcBef>
                <a:spcPts val="600"/>
              </a:spcBef>
              <a:spcAft>
                <a:spcPts val="0"/>
              </a:spcAft>
              <a:buClr>
                <a:schemeClr val="dk1"/>
              </a:buClr>
              <a:buSzPts val="1600"/>
              <a:buChar char="›"/>
            </a:pPr>
            <a:r>
              <a:rPr b="1" lang="en-NP" sz="1600"/>
              <a:t>Activity Elimination – eliminate each activity in a busines process in ”force fit” exercise</a:t>
            </a:r>
            <a:endParaRPr/>
          </a:p>
          <a:p>
            <a:pPr indent="0" lvl="0" marL="230188" rtl="0" algn="l">
              <a:lnSpc>
                <a:spcPct val="100000"/>
              </a:lnSpc>
              <a:spcBef>
                <a:spcPts val="1400"/>
              </a:spcBef>
              <a:spcAft>
                <a:spcPts val="0"/>
              </a:spcAft>
              <a:buClr>
                <a:schemeClr val="dk1"/>
              </a:buClr>
              <a:buSzPts val="2400"/>
              <a:buNone/>
            </a:pPr>
            <a:r>
              <a:t/>
            </a:r>
            <a:endParaRPr b="1" sz="24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174" name="Google Shape;174;p6"/>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Identify the right stakeholders</a:t>
            </a:r>
            <a:endParaRPr/>
          </a:p>
          <a:p>
            <a:pPr indent="-246888" lvl="0" marL="246888" rtl="0" algn="l">
              <a:lnSpc>
                <a:spcPct val="90000"/>
              </a:lnSpc>
              <a:spcBef>
                <a:spcPts val="1400"/>
              </a:spcBef>
              <a:spcAft>
                <a:spcPts val="0"/>
              </a:spcAft>
              <a:buClr>
                <a:schemeClr val="dk1"/>
              </a:buClr>
              <a:buSzPts val="2800"/>
              <a:buChar char="›"/>
            </a:pPr>
            <a:r>
              <a:rPr lang="en-NP"/>
              <a:t>Define the Project: Understand the project goals and scopes</a:t>
            </a:r>
            <a:endParaRPr/>
          </a:p>
          <a:p>
            <a:pPr indent="-246888" lvl="0" marL="246888" rtl="0" algn="l">
              <a:lnSpc>
                <a:spcPct val="90000"/>
              </a:lnSpc>
              <a:spcBef>
                <a:spcPts val="1400"/>
              </a:spcBef>
              <a:spcAft>
                <a:spcPts val="0"/>
              </a:spcAft>
              <a:buClr>
                <a:schemeClr val="dk1"/>
              </a:buClr>
              <a:buSzPts val="2800"/>
              <a:buChar char="›"/>
            </a:pPr>
            <a:r>
              <a:rPr lang="en-NP"/>
              <a:t>Elicit the requirements from the stakeholders</a:t>
            </a:r>
            <a:endParaRPr/>
          </a:p>
          <a:p>
            <a:pPr indent="-246888" lvl="0" marL="246888" rtl="0" algn="l">
              <a:lnSpc>
                <a:spcPct val="90000"/>
              </a:lnSpc>
              <a:spcBef>
                <a:spcPts val="1400"/>
              </a:spcBef>
              <a:spcAft>
                <a:spcPts val="0"/>
              </a:spcAft>
              <a:buClr>
                <a:schemeClr val="dk1"/>
              </a:buClr>
              <a:buSzPts val="2800"/>
              <a:buChar char="›"/>
            </a:pPr>
            <a:r>
              <a:rPr lang="en-NP"/>
              <a:t>Document the requirements</a:t>
            </a:r>
            <a:endParaRPr/>
          </a:p>
          <a:p>
            <a:pPr indent="-246888" lvl="0" marL="246888" rtl="0" algn="l">
              <a:lnSpc>
                <a:spcPct val="90000"/>
              </a:lnSpc>
              <a:spcBef>
                <a:spcPts val="1400"/>
              </a:spcBef>
              <a:spcAft>
                <a:spcPts val="0"/>
              </a:spcAft>
              <a:buClr>
                <a:schemeClr val="dk1"/>
              </a:buClr>
              <a:buSzPts val="2800"/>
              <a:buChar char="›"/>
            </a:pPr>
            <a:r>
              <a:rPr lang="en-NP"/>
              <a:t>Confirm the requirements with the client and stakeholders to ensure transparency</a:t>
            </a:r>
            <a:endParaRPr/>
          </a:p>
          <a:p>
            <a:pPr indent="-246888" lvl="0" marL="246888" rtl="0" algn="l">
              <a:lnSpc>
                <a:spcPct val="90000"/>
              </a:lnSpc>
              <a:spcBef>
                <a:spcPts val="1400"/>
              </a:spcBef>
              <a:spcAft>
                <a:spcPts val="0"/>
              </a:spcAft>
              <a:buClr>
                <a:schemeClr val="dk1"/>
              </a:buClr>
              <a:buSzPts val="2800"/>
              <a:buChar char="›"/>
            </a:pPr>
            <a:r>
              <a:rPr lang="en-NP"/>
              <a:t>Prioritize the needs based on discussion with the clients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7"/>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180" name="Google Shape;180;p7"/>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NP"/>
              <a:t>1. Identify the right stakeholders</a:t>
            </a:r>
            <a:br>
              <a:rPr lang="en-NP"/>
            </a:br>
            <a:r>
              <a:rPr lang="en-NP"/>
              <a:t>Identify the key people who will be affected by the project. Start by clarifying exactly who the project's sponsor is. This may be an internal or external client. Either way, it is essential that you know who has the final say on what will be included in the project's scope, and what won’t.</a:t>
            </a:r>
            <a:br>
              <a:rPr lang="en-NP"/>
            </a:br>
            <a:br>
              <a:rPr lang="en-NP"/>
            </a:br>
            <a:r>
              <a:rPr lang="en-NP"/>
              <a:t>Then, identify who will use the solution, product, or service. These are your end-users. Your project is intended to meet their needs, so you must consider their inputs.</a:t>
            </a:r>
            <a:endParaRPr/>
          </a:p>
          <a:p>
            <a:pPr indent="-69088" lvl="0" marL="246888" rtl="0" algn="l">
              <a:lnSpc>
                <a:spcPct val="90000"/>
              </a:lnSpc>
              <a:spcBef>
                <a:spcPts val="1400"/>
              </a:spcBef>
              <a:spcAft>
                <a:spcPts val="0"/>
              </a:spcAft>
              <a:buClr>
                <a:schemeClr val="dk1"/>
              </a:buClr>
              <a:buSzPts val="28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8"/>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186" name="Google Shape;186;p8"/>
          <p:cNvSpPr txBox="1"/>
          <p:nvPr>
            <p:ph idx="1" type="body"/>
          </p:nvPr>
        </p:nvSpPr>
        <p:spPr>
          <a:xfrm>
            <a:off x="1593436" y="1600199"/>
            <a:ext cx="10045592" cy="604665"/>
          </a:xfrm>
          <a:prstGeom prst="rect">
            <a:avLst/>
          </a:prstGeom>
          <a:noFill/>
          <a:ln>
            <a:noFill/>
          </a:ln>
        </p:spPr>
        <p:txBody>
          <a:bodyPr anchorCtr="0" anchor="t" bIns="45700" lIns="91425" spcFirstLastPara="1" rIns="91425" wrap="square" tIns="45700">
            <a:normAutofit fontScale="85000" lnSpcReduction="20000"/>
          </a:bodyPr>
          <a:lstStyle/>
          <a:p>
            <a:pPr indent="-246888" lvl="0" marL="246888" rtl="0" algn="l">
              <a:lnSpc>
                <a:spcPct val="90000"/>
              </a:lnSpc>
              <a:spcBef>
                <a:spcPts val="0"/>
              </a:spcBef>
              <a:spcAft>
                <a:spcPts val="0"/>
              </a:spcAft>
              <a:buClr>
                <a:schemeClr val="dk1"/>
              </a:buClr>
              <a:buSzPct val="100000"/>
              <a:buChar char="›"/>
            </a:pPr>
            <a:r>
              <a:rPr b="1" lang="en-NP"/>
              <a:t>1. Identify the right stakeholders</a:t>
            </a:r>
            <a:br>
              <a:rPr lang="en-NP"/>
            </a:br>
            <a:endParaRPr/>
          </a:p>
          <a:p>
            <a:pPr indent="-95758" lvl="0" marL="246888" rtl="0" algn="l">
              <a:lnSpc>
                <a:spcPct val="90000"/>
              </a:lnSpc>
              <a:spcBef>
                <a:spcPts val="1400"/>
              </a:spcBef>
              <a:spcAft>
                <a:spcPts val="0"/>
              </a:spcAft>
              <a:buClr>
                <a:schemeClr val="dk1"/>
              </a:buClr>
              <a:buSzPct val="100000"/>
              <a:buNone/>
            </a:pPr>
            <a:r>
              <a:t/>
            </a:r>
            <a:endParaRPr/>
          </a:p>
        </p:txBody>
      </p:sp>
      <p:pic>
        <p:nvPicPr>
          <p:cNvPr descr="Internal vs External Stakeholders (examples) (Based on: Jones 1995... |  Download Scientific Diagram" id="187" name="Google Shape;187;p8"/>
          <p:cNvPicPr preferRelativeResize="0"/>
          <p:nvPr/>
        </p:nvPicPr>
        <p:blipFill rotWithShape="1">
          <a:blip r:embed="rId3">
            <a:alphaModFix/>
          </a:blip>
          <a:srcRect b="0" l="0" r="0" t="0"/>
          <a:stretch/>
        </p:blipFill>
        <p:spPr>
          <a:xfrm>
            <a:off x="1593437" y="2132856"/>
            <a:ext cx="8245392" cy="445251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193" name="Google Shape;193;p9"/>
          <p:cNvSpPr txBox="1"/>
          <p:nvPr>
            <p:ph idx="1" type="body"/>
          </p:nvPr>
        </p:nvSpPr>
        <p:spPr>
          <a:xfrm>
            <a:off x="1593436" y="1600199"/>
            <a:ext cx="10045592" cy="4997153"/>
          </a:xfrm>
          <a:prstGeom prst="rect">
            <a:avLst/>
          </a:prstGeom>
          <a:noFill/>
          <a:ln>
            <a:noFill/>
          </a:ln>
        </p:spPr>
        <p:txBody>
          <a:bodyPr anchorCtr="0" anchor="t" bIns="45700" lIns="91425" spcFirstLastPara="1" rIns="91425" wrap="square" tIns="45700">
            <a:normAutofit fontScale="92500"/>
          </a:bodyPr>
          <a:lstStyle/>
          <a:p>
            <a:pPr indent="-246888" lvl="0" marL="246888" rtl="0" algn="l">
              <a:lnSpc>
                <a:spcPct val="90000"/>
              </a:lnSpc>
              <a:spcBef>
                <a:spcPts val="0"/>
              </a:spcBef>
              <a:spcAft>
                <a:spcPts val="0"/>
              </a:spcAft>
              <a:buClr>
                <a:schemeClr val="dk1"/>
              </a:buClr>
              <a:buSzPct val="100000"/>
              <a:buChar char="›"/>
            </a:pPr>
            <a:r>
              <a:rPr b="1" lang="en-NP"/>
              <a:t>1. Identify the right stakeholders – RACI Tools</a:t>
            </a:r>
            <a:endParaRPr/>
          </a:p>
          <a:p>
            <a:pPr indent="-246888" lvl="1" marL="612648" rtl="0" algn="l">
              <a:lnSpc>
                <a:spcPct val="110000"/>
              </a:lnSpc>
              <a:spcBef>
                <a:spcPts val="600"/>
              </a:spcBef>
              <a:spcAft>
                <a:spcPts val="0"/>
              </a:spcAft>
              <a:buClr>
                <a:schemeClr val="dk1"/>
              </a:buClr>
              <a:buSzPct val="100000"/>
              <a:buFont typeface="Noto Sans Symbols"/>
              <a:buChar char="❖"/>
            </a:pPr>
            <a:r>
              <a:rPr lang="en-NP"/>
              <a:t>RACI stands for Responsible, Accountable, Consulted, and Informed.</a:t>
            </a:r>
            <a:endParaRPr/>
          </a:p>
          <a:p>
            <a:pPr indent="-246888" lvl="1" marL="612648" rtl="0" algn="l">
              <a:lnSpc>
                <a:spcPct val="110000"/>
              </a:lnSpc>
              <a:spcBef>
                <a:spcPts val="600"/>
              </a:spcBef>
              <a:spcAft>
                <a:spcPts val="0"/>
              </a:spcAft>
              <a:buClr>
                <a:schemeClr val="dk1"/>
              </a:buClr>
              <a:buSzPct val="100000"/>
              <a:buFont typeface="Noto Sans Symbols"/>
              <a:buChar char="❖"/>
            </a:pPr>
            <a:r>
              <a:rPr lang="en-NP"/>
              <a:t>It's basically a chart that shows the different responsibilities people hold on your project. </a:t>
            </a:r>
            <a:endParaRPr/>
          </a:p>
          <a:p>
            <a:pPr indent="-246888" lvl="1" marL="612648" rtl="0" algn="l">
              <a:lnSpc>
                <a:spcPct val="110000"/>
              </a:lnSpc>
              <a:spcBef>
                <a:spcPts val="600"/>
              </a:spcBef>
              <a:spcAft>
                <a:spcPts val="0"/>
              </a:spcAft>
              <a:buClr>
                <a:schemeClr val="dk1"/>
              </a:buClr>
              <a:buSzPct val="100000"/>
              <a:buFont typeface="Noto Sans Symbols"/>
              <a:buChar char="❖"/>
            </a:pPr>
            <a:r>
              <a:rPr lang="en-NP"/>
              <a:t>You and the stakeholders should create the matrix together to ensure that it's accurate and that everyone is on the same page. </a:t>
            </a:r>
            <a:endParaRPr/>
          </a:p>
          <a:p>
            <a:pPr indent="-246888" lvl="1" marL="612648" rtl="0" algn="l">
              <a:lnSpc>
                <a:spcPct val="110000"/>
              </a:lnSpc>
              <a:spcBef>
                <a:spcPts val="600"/>
              </a:spcBef>
              <a:spcAft>
                <a:spcPts val="0"/>
              </a:spcAft>
              <a:buClr>
                <a:schemeClr val="dk1"/>
              </a:buClr>
              <a:buSzPct val="100000"/>
              <a:buFont typeface="Noto Sans Symbols"/>
              <a:buChar char="❖"/>
            </a:pPr>
            <a:r>
              <a:rPr lang="en-NP"/>
              <a:t>﻿﻿Each letter corresponds to a level of responsibility:</a:t>
            </a:r>
            <a:endParaRPr/>
          </a:p>
          <a:p>
            <a:pPr indent="-246888" lvl="2" marL="978408" rtl="0" algn="l">
              <a:lnSpc>
                <a:spcPct val="110000"/>
              </a:lnSpc>
              <a:spcBef>
                <a:spcPts val="600"/>
              </a:spcBef>
              <a:spcAft>
                <a:spcPts val="0"/>
              </a:spcAft>
              <a:buClr>
                <a:schemeClr val="dk1"/>
              </a:buClr>
              <a:buSzPct val="100000"/>
              <a:buFont typeface="Courier New"/>
              <a:buChar char="o"/>
            </a:pPr>
            <a:r>
              <a:rPr lang="en-NP"/>
              <a:t>﻿﻿</a:t>
            </a:r>
            <a:r>
              <a:rPr b="1" lang="en-NP"/>
              <a:t>Responsible</a:t>
            </a:r>
            <a:r>
              <a:rPr lang="en-NP"/>
              <a:t>: The actual person performing the work.</a:t>
            </a:r>
            <a:endParaRPr/>
          </a:p>
          <a:p>
            <a:pPr indent="-246888" lvl="2" marL="978408" rtl="0" algn="l">
              <a:lnSpc>
                <a:spcPct val="110000"/>
              </a:lnSpc>
              <a:spcBef>
                <a:spcPts val="600"/>
              </a:spcBef>
              <a:spcAft>
                <a:spcPts val="0"/>
              </a:spcAft>
              <a:buClr>
                <a:schemeClr val="dk1"/>
              </a:buClr>
              <a:buSzPct val="100000"/>
              <a:buFont typeface="Courier New"/>
              <a:buChar char="o"/>
            </a:pPr>
            <a:r>
              <a:rPr lang="en-NP"/>
              <a:t>﻿﻿</a:t>
            </a:r>
            <a:r>
              <a:rPr b="1" lang="en-NP"/>
              <a:t>Accountable</a:t>
            </a:r>
            <a:r>
              <a:rPr lang="en-NP"/>
              <a:t>: The one ultimately answerable for the correct completion of the deliverable or task.</a:t>
            </a:r>
            <a:endParaRPr/>
          </a:p>
          <a:p>
            <a:pPr indent="-246888" lvl="2" marL="978408" rtl="0" algn="l">
              <a:lnSpc>
                <a:spcPct val="110000"/>
              </a:lnSpc>
              <a:spcBef>
                <a:spcPts val="600"/>
              </a:spcBef>
              <a:spcAft>
                <a:spcPts val="0"/>
              </a:spcAft>
              <a:buClr>
                <a:schemeClr val="dk1"/>
              </a:buClr>
              <a:buSzPct val="100000"/>
              <a:buFont typeface="Courier New"/>
              <a:buChar char="o"/>
            </a:pPr>
            <a:r>
              <a:rPr b="1" lang="en-NP"/>
              <a:t>Consulted</a:t>
            </a:r>
            <a:r>
              <a:rPr lang="en-NP"/>
              <a:t>: Those whose opinions are sought, typically subject matter experts.</a:t>
            </a:r>
            <a:endParaRPr/>
          </a:p>
          <a:p>
            <a:pPr indent="-246888" lvl="2" marL="978408" rtl="0" algn="l">
              <a:lnSpc>
                <a:spcPct val="110000"/>
              </a:lnSpc>
              <a:spcBef>
                <a:spcPts val="600"/>
              </a:spcBef>
              <a:spcAft>
                <a:spcPts val="0"/>
              </a:spcAft>
              <a:buClr>
                <a:schemeClr val="dk1"/>
              </a:buClr>
              <a:buSzPct val="100000"/>
              <a:buFont typeface="Courier New"/>
              <a:buChar char="o"/>
            </a:pPr>
            <a:r>
              <a:rPr b="1" lang="en-NP"/>
              <a:t>Informed</a:t>
            </a:r>
            <a:r>
              <a:rPr lang="en-NP"/>
              <a:t>: Those who are kept up-to-date on progress.</a:t>
            </a:r>
            <a:endParaRPr/>
          </a:p>
          <a:p>
            <a:pPr indent="-82423" lvl="0" marL="246888" rtl="0" algn="l">
              <a:lnSpc>
                <a:spcPct val="90000"/>
              </a:lnSpc>
              <a:spcBef>
                <a:spcPts val="1400"/>
              </a:spcBef>
              <a:spcAft>
                <a:spcPts val="0"/>
              </a:spcAft>
              <a:buClr>
                <a:schemeClr val="dk1"/>
              </a:buClr>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199" name="Google Shape;199;p10"/>
          <p:cNvSpPr txBox="1"/>
          <p:nvPr>
            <p:ph idx="1" type="body"/>
          </p:nvPr>
        </p:nvSpPr>
        <p:spPr>
          <a:xfrm>
            <a:off x="1593436" y="1600199"/>
            <a:ext cx="10045592" cy="67667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NP"/>
              <a:t>1. Identify the right stakeholders – RACI Tool</a:t>
            </a:r>
            <a:endParaRPr/>
          </a:p>
          <a:p>
            <a:pPr indent="-94488" lvl="1" marL="612648" rtl="0" algn="l">
              <a:lnSpc>
                <a:spcPct val="110000"/>
              </a:lnSpc>
              <a:spcBef>
                <a:spcPts val="600"/>
              </a:spcBef>
              <a:spcAft>
                <a:spcPts val="0"/>
              </a:spcAft>
              <a:buClr>
                <a:schemeClr val="dk1"/>
              </a:buClr>
              <a:buSzPts val="2400"/>
              <a:buFont typeface="Noto Sans Symbols"/>
              <a:buNone/>
            </a:pPr>
            <a:r>
              <a:t/>
            </a:r>
            <a:endParaRPr/>
          </a:p>
          <a:p>
            <a:pPr indent="-69088" lvl="0" marL="246888" rtl="0" algn="l">
              <a:lnSpc>
                <a:spcPct val="90000"/>
              </a:lnSpc>
              <a:spcBef>
                <a:spcPts val="1400"/>
              </a:spcBef>
              <a:spcAft>
                <a:spcPts val="0"/>
              </a:spcAft>
              <a:buClr>
                <a:schemeClr val="dk1"/>
              </a:buClr>
              <a:buSzPts val="2800"/>
              <a:buNone/>
            </a:pPr>
            <a:r>
              <a:t/>
            </a:r>
            <a:endParaRPr/>
          </a:p>
        </p:txBody>
      </p:sp>
      <p:pic>
        <p:nvPicPr>
          <p:cNvPr descr="The RACI Chart: How to Create One and When to Use It | Motion" id="200" name="Google Shape;200;p10"/>
          <p:cNvPicPr preferRelativeResize="0"/>
          <p:nvPr/>
        </p:nvPicPr>
        <p:blipFill rotWithShape="1">
          <a:blip r:embed="rId3">
            <a:alphaModFix/>
          </a:blip>
          <a:srcRect b="0" l="0" r="0" t="0"/>
          <a:stretch/>
        </p:blipFill>
        <p:spPr>
          <a:xfrm>
            <a:off x="1773932" y="2301762"/>
            <a:ext cx="7632848" cy="445954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1"/>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206" name="Google Shape;206;p11"/>
          <p:cNvSpPr txBox="1"/>
          <p:nvPr>
            <p:ph idx="1" type="body"/>
          </p:nvPr>
        </p:nvSpPr>
        <p:spPr>
          <a:xfrm>
            <a:off x="1341884" y="1600199"/>
            <a:ext cx="10441160" cy="5040103"/>
          </a:xfrm>
          <a:prstGeom prst="rect">
            <a:avLst/>
          </a:prstGeom>
          <a:noFill/>
          <a:ln>
            <a:noFill/>
          </a:ln>
        </p:spPr>
        <p:txBody>
          <a:bodyPr anchorCtr="0" anchor="t" bIns="45700" lIns="91425" spcFirstLastPara="1" rIns="91425" wrap="square" tIns="45700">
            <a:normAutofit fontScale="55000" lnSpcReduction="20000"/>
          </a:bodyPr>
          <a:lstStyle/>
          <a:p>
            <a:pPr indent="-246888" lvl="0" marL="246888" rtl="0" algn="l">
              <a:lnSpc>
                <a:spcPct val="120000"/>
              </a:lnSpc>
              <a:spcBef>
                <a:spcPts val="0"/>
              </a:spcBef>
              <a:spcAft>
                <a:spcPts val="0"/>
              </a:spcAft>
              <a:buClr>
                <a:schemeClr val="dk1"/>
              </a:buClr>
              <a:buSzPct val="100000"/>
              <a:buChar char="›"/>
            </a:pPr>
            <a:r>
              <a:rPr b="1" lang="en-NP" sz="4400"/>
              <a:t>2. Project Definition</a:t>
            </a:r>
            <a:br>
              <a:rPr lang="en-NP" sz="4400"/>
            </a:br>
            <a:r>
              <a:rPr lang="en-NP" sz="3600"/>
              <a:t>Project definition is the stage where we define the project's objectives and try to understand the goal and the scope of the project so that once we jot down all the necessary requirements based on the interaction with the stakeholder and the client, we can start the process of project initiation.</a:t>
            </a:r>
            <a:endParaRPr sz="4400"/>
          </a:p>
          <a:p>
            <a:pPr indent="-246888" lvl="1" marL="612648" rtl="0" algn="l">
              <a:lnSpc>
                <a:spcPct val="90000"/>
              </a:lnSpc>
              <a:spcBef>
                <a:spcPts val="600"/>
              </a:spcBef>
              <a:spcAft>
                <a:spcPts val="0"/>
              </a:spcAft>
              <a:buClr>
                <a:schemeClr val="dk1"/>
              </a:buClr>
              <a:buSzPct val="100000"/>
              <a:buChar char="–"/>
            </a:pPr>
            <a:r>
              <a:rPr lang="en-NP" sz="2900"/>
              <a:t>Things that take place in project definition stage:</a:t>
            </a:r>
            <a:endParaRPr/>
          </a:p>
          <a:p>
            <a:pPr indent="-246888" lvl="2" marL="978408" rtl="0" algn="l">
              <a:lnSpc>
                <a:spcPct val="120000"/>
              </a:lnSpc>
              <a:spcBef>
                <a:spcPts val="600"/>
              </a:spcBef>
              <a:spcAft>
                <a:spcPts val="0"/>
              </a:spcAft>
              <a:buClr>
                <a:schemeClr val="dk1"/>
              </a:buClr>
              <a:buSzPct val="100000"/>
              <a:buFont typeface="Arial"/>
              <a:buAutoNum type="arabicPeriod"/>
            </a:pPr>
            <a:r>
              <a:rPr lang="en-NP" sz="2100">
                <a:latin typeface="Helvetica Neue"/>
                <a:ea typeface="Helvetica Neue"/>
                <a:cs typeface="Helvetica Neue"/>
                <a:sym typeface="Helvetica Neue"/>
              </a:rPr>
              <a:t>﻿﻿﻿</a:t>
            </a:r>
            <a:r>
              <a:rPr lang="en-NP" sz="2900"/>
              <a:t>Defining the project scope and goals</a:t>
            </a:r>
            <a:endParaRPr/>
          </a:p>
          <a:p>
            <a:pPr indent="-246888" lvl="2" marL="978408" rtl="0" algn="l">
              <a:lnSpc>
                <a:spcPct val="120000"/>
              </a:lnSpc>
              <a:spcBef>
                <a:spcPts val="600"/>
              </a:spcBef>
              <a:spcAft>
                <a:spcPts val="0"/>
              </a:spcAft>
              <a:buClr>
                <a:schemeClr val="dk1"/>
              </a:buClr>
              <a:buSzPct val="100000"/>
              <a:buFont typeface="Arial"/>
              <a:buAutoNum type="arabicPeriod"/>
            </a:pPr>
            <a:r>
              <a:rPr lang="en-NP" sz="2900"/>
              <a:t>﻿﻿﻿Clearing all the assumptions, assessing the risks, and identifying the dependencies of the project</a:t>
            </a:r>
            <a:endParaRPr/>
          </a:p>
          <a:p>
            <a:pPr indent="-246888" lvl="2" marL="978408" rtl="0" algn="l">
              <a:lnSpc>
                <a:spcPct val="120000"/>
              </a:lnSpc>
              <a:spcBef>
                <a:spcPts val="600"/>
              </a:spcBef>
              <a:spcAft>
                <a:spcPts val="0"/>
              </a:spcAft>
              <a:buClr>
                <a:schemeClr val="dk1"/>
              </a:buClr>
              <a:buSzPct val="100000"/>
              <a:buFont typeface="Arial"/>
              <a:buAutoNum type="arabicPeriod"/>
            </a:pPr>
            <a:r>
              <a:rPr lang="en-NP" sz="2900"/>
              <a:t>﻿﻿﻿Identifying the business stakeholders to elicit all the requirements based on</a:t>
            </a:r>
            <a:br>
              <a:rPr lang="en-NP" sz="2900"/>
            </a:br>
            <a:r>
              <a:rPr lang="en-NP" sz="2900"/>
              <a:t>interaction</a:t>
            </a:r>
            <a:endParaRPr/>
          </a:p>
          <a:p>
            <a:pPr indent="-246888" lvl="2" marL="978408" rtl="0" algn="l">
              <a:lnSpc>
                <a:spcPct val="120000"/>
              </a:lnSpc>
              <a:spcBef>
                <a:spcPts val="600"/>
              </a:spcBef>
              <a:spcAft>
                <a:spcPts val="0"/>
              </a:spcAft>
              <a:buClr>
                <a:schemeClr val="dk1"/>
              </a:buClr>
              <a:buSzPct val="100000"/>
              <a:buFont typeface="Arial"/>
              <a:buAutoNum type="arabicPeriod"/>
            </a:pPr>
            <a:r>
              <a:rPr lang="en-NP" sz="2900"/>
              <a:t>﻿﻿﻿By performing a Cost-benefit analysis, we can identify if the benefits of the project outweigh the underlying costs.</a:t>
            </a:r>
            <a:endParaRPr/>
          </a:p>
          <a:p>
            <a:pPr indent="-246888" lvl="2" marL="978408" rtl="0" algn="l">
              <a:lnSpc>
                <a:spcPct val="120000"/>
              </a:lnSpc>
              <a:spcBef>
                <a:spcPts val="600"/>
              </a:spcBef>
              <a:spcAft>
                <a:spcPts val="0"/>
              </a:spcAft>
              <a:buClr>
                <a:schemeClr val="dk1"/>
              </a:buClr>
              <a:buSzPct val="100000"/>
              <a:buFont typeface="Arial"/>
              <a:buAutoNum type="arabicPeriod"/>
            </a:pPr>
            <a:r>
              <a:rPr lang="en-NP" sz="2900"/>
              <a:t>﻿﻿﻿Defining how the business analyst will handle changes in the requirements and what would be the process for approval in case of changes.</a:t>
            </a:r>
            <a:endParaRPr/>
          </a:p>
          <a:p>
            <a:pPr indent="-246888" lvl="2" marL="978408" rtl="0" algn="l">
              <a:lnSpc>
                <a:spcPct val="120000"/>
              </a:lnSpc>
              <a:spcBef>
                <a:spcPts val="600"/>
              </a:spcBef>
              <a:spcAft>
                <a:spcPts val="0"/>
              </a:spcAft>
              <a:buClr>
                <a:schemeClr val="dk1"/>
              </a:buClr>
              <a:buSzPct val="100000"/>
              <a:buFont typeface="Arial"/>
              <a:buAutoNum type="arabicPeriod"/>
            </a:pPr>
            <a:r>
              <a:rPr lang="en-NP" sz="2900"/>
              <a:t>﻿﻿﻿The budget required and available budget for the project.</a:t>
            </a:r>
            <a:endParaRPr/>
          </a:p>
          <a:p>
            <a:pPr indent="-246888" lvl="2" marL="978408" rtl="0" algn="l">
              <a:lnSpc>
                <a:spcPct val="120000"/>
              </a:lnSpc>
              <a:spcBef>
                <a:spcPts val="600"/>
              </a:spcBef>
              <a:spcAft>
                <a:spcPts val="0"/>
              </a:spcAft>
              <a:buClr>
                <a:schemeClr val="dk1"/>
              </a:buClr>
              <a:buSzPct val="100000"/>
              <a:buFont typeface="Arial"/>
              <a:buAutoNum type="arabicPeriod"/>
            </a:pPr>
            <a:r>
              <a:rPr lang="en-NP" sz="2900"/>
              <a:t>﻿﻿﻿Identifying the success criteria of the project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212" name="Google Shape;212;p12"/>
          <p:cNvSpPr txBox="1"/>
          <p:nvPr>
            <p:ph idx="1" type="body"/>
          </p:nvPr>
        </p:nvSpPr>
        <p:spPr>
          <a:xfrm>
            <a:off x="1701924" y="1600199"/>
            <a:ext cx="10081120" cy="5040103"/>
          </a:xfrm>
          <a:prstGeom prst="rect">
            <a:avLst/>
          </a:prstGeom>
          <a:noFill/>
          <a:ln>
            <a:noFill/>
          </a:ln>
        </p:spPr>
        <p:txBody>
          <a:bodyPr anchorCtr="0" anchor="t" bIns="45700" lIns="91425" spcFirstLastPara="1" rIns="91425" wrap="square" tIns="45700">
            <a:normAutofit fontScale="47500" lnSpcReduction="20000"/>
          </a:bodyPr>
          <a:lstStyle/>
          <a:p>
            <a:pPr indent="-246888" lvl="0" marL="246888" rtl="0" algn="l">
              <a:lnSpc>
                <a:spcPct val="120000"/>
              </a:lnSpc>
              <a:spcBef>
                <a:spcPts val="0"/>
              </a:spcBef>
              <a:spcAft>
                <a:spcPts val="0"/>
              </a:spcAft>
              <a:buClr>
                <a:schemeClr val="dk1"/>
              </a:buClr>
              <a:buSzPct val="100000"/>
              <a:buChar char="›"/>
            </a:pPr>
            <a:r>
              <a:rPr b="1" lang="en-NP" sz="4400"/>
              <a:t>3. Requirement elicitation</a:t>
            </a:r>
            <a:br>
              <a:rPr lang="en-NP" sz="4400"/>
            </a:br>
            <a:r>
              <a:rPr lang="en-NP" sz="4400"/>
              <a:t>Requirement elicitation is a process of gathering the correct information from the internal and external stakeholders. Requirement elicitation can be performed in several ways:</a:t>
            </a:r>
            <a:endParaRPr/>
          </a:p>
          <a:p>
            <a:pPr indent="-246888" lvl="1" marL="612648" rtl="0" algn="l">
              <a:lnSpc>
                <a:spcPct val="120000"/>
              </a:lnSpc>
              <a:spcBef>
                <a:spcPts val="600"/>
              </a:spcBef>
              <a:spcAft>
                <a:spcPts val="0"/>
              </a:spcAft>
              <a:buClr>
                <a:schemeClr val="dk1"/>
              </a:buClr>
              <a:buSzPct val="100000"/>
              <a:buFont typeface="Arial"/>
              <a:buChar char="•"/>
            </a:pPr>
            <a:r>
              <a:rPr lang="en-NP" sz="4000"/>
              <a:t>﻿﻿Surveys</a:t>
            </a:r>
            <a:endParaRPr/>
          </a:p>
          <a:p>
            <a:pPr indent="-246888" lvl="1" marL="612648" rtl="0" algn="l">
              <a:lnSpc>
                <a:spcPct val="120000"/>
              </a:lnSpc>
              <a:spcBef>
                <a:spcPts val="600"/>
              </a:spcBef>
              <a:spcAft>
                <a:spcPts val="0"/>
              </a:spcAft>
              <a:buClr>
                <a:schemeClr val="dk1"/>
              </a:buClr>
              <a:buSzPct val="100000"/>
              <a:buFont typeface="Arial"/>
              <a:buChar char="•"/>
            </a:pPr>
            <a:r>
              <a:rPr lang="en-NP" sz="4000"/>
              <a:t>﻿﻿Questionnaires</a:t>
            </a:r>
            <a:endParaRPr/>
          </a:p>
          <a:p>
            <a:pPr indent="-246888" lvl="1" marL="612648" rtl="0" algn="l">
              <a:lnSpc>
                <a:spcPct val="120000"/>
              </a:lnSpc>
              <a:spcBef>
                <a:spcPts val="600"/>
              </a:spcBef>
              <a:spcAft>
                <a:spcPts val="0"/>
              </a:spcAft>
              <a:buClr>
                <a:schemeClr val="dk1"/>
              </a:buClr>
              <a:buSzPct val="100000"/>
              <a:buFont typeface="Arial"/>
              <a:buChar char="•"/>
            </a:pPr>
            <a:r>
              <a:rPr lang="en-NP" sz="4000"/>
              <a:t>﻿﻿Interviews</a:t>
            </a:r>
            <a:endParaRPr/>
          </a:p>
          <a:p>
            <a:pPr indent="-246888" lvl="1" marL="612648" rtl="0" algn="l">
              <a:lnSpc>
                <a:spcPct val="120000"/>
              </a:lnSpc>
              <a:spcBef>
                <a:spcPts val="600"/>
              </a:spcBef>
              <a:spcAft>
                <a:spcPts val="0"/>
              </a:spcAft>
              <a:buClr>
                <a:schemeClr val="dk1"/>
              </a:buClr>
              <a:buSzPct val="100000"/>
              <a:buFont typeface="Arial"/>
              <a:buChar char="•"/>
            </a:pPr>
            <a:r>
              <a:rPr lang="en-NP" sz="4000"/>
              <a:t>﻿﻿One-on-one meetings</a:t>
            </a:r>
            <a:endParaRPr/>
          </a:p>
          <a:p>
            <a:pPr indent="-246888" lvl="1" marL="612648" rtl="0" algn="l">
              <a:lnSpc>
                <a:spcPct val="120000"/>
              </a:lnSpc>
              <a:spcBef>
                <a:spcPts val="600"/>
              </a:spcBef>
              <a:spcAft>
                <a:spcPts val="0"/>
              </a:spcAft>
              <a:buClr>
                <a:schemeClr val="dk1"/>
              </a:buClr>
              <a:buSzPct val="100000"/>
              <a:buFont typeface="Arial"/>
              <a:buChar char="•"/>
            </a:pPr>
            <a:r>
              <a:rPr lang="en-NP" sz="4000"/>
              <a:t>﻿﻿User stories</a:t>
            </a:r>
            <a:endParaRPr/>
          </a:p>
          <a:p>
            <a:pPr indent="-246888" lvl="1" marL="612648" rtl="0" algn="l">
              <a:lnSpc>
                <a:spcPct val="120000"/>
              </a:lnSpc>
              <a:spcBef>
                <a:spcPts val="600"/>
              </a:spcBef>
              <a:spcAft>
                <a:spcPts val="0"/>
              </a:spcAft>
              <a:buClr>
                <a:schemeClr val="dk1"/>
              </a:buClr>
              <a:buSzPct val="100000"/>
              <a:buFont typeface="Arial"/>
              <a:buChar char="•"/>
            </a:pPr>
            <a:r>
              <a:rPr lang="en-NP" sz="4000"/>
              <a:t>﻿﻿Brainstorming sessions</a:t>
            </a:r>
            <a:endParaRPr/>
          </a:p>
          <a:p>
            <a:pPr indent="-246888" lvl="1" marL="612648" rtl="0" algn="l">
              <a:lnSpc>
                <a:spcPct val="120000"/>
              </a:lnSpc>
              <a:spcBef>
                <a:spcPts val="600"/>
              </a:spcBef>
              <a:spcAft>
                <a:spcPts val="0"/>
              </a:spcAft>
              <a:buClr>
                <a:schemeClr val="dk1"/>
              </a:buClr>
              <a:buSzPct val="100000"/>
              <a:buFont typeface="Arial"/>
              <a:buChar char="•"/>
            </a:pPr>
            <a:r>
              <a:rPr lang="en-NP" sz="4000"/>
              <a:t>Process Diagramming</a:t>
            </a:r>
            <a:endParaRPr/>
          </a:p>
          <a:p>
            <a:pPr indent="-246888" lvl="1" marL="612648" rtl="0" algn="l">
              <a:lnSpc>
                <a:spcPct val="120000"/>
              </a:lnSpc>
              <a:spcBef>
                <a:spcPts val="600"/>
              </a:spcBef>
              <a:spcAft>
                <a:spcPts val="0"/>
              </a:spcAft>
              <a:buClr>
                <a:schemeClr val="dk1"/>
              </a:buClr>
              <a:buSzPct val="100000"/>
              <a:buFont typeface="Arial"/>
              <a:buChar char="•"/>
            </a:pPr>
            <a:r>
              <a:rPr lang="en-NP" sz="4000"/>
              <a:t>﻿﻿Follow-Up Meetings</a:t>
            </a:r>
            <a:endParaRPr/>
          </a:p>
          <a:p>
            <a:pPr indent="-246888" lvl="1" marL="612648" rtl="0" algn="l">
              <a:lnSpc>
                <a:spcPct val="120000"/>
              </a:lnSpc>
              <a:spcBef>
                <a:spcPts val="600"/>
              </a:spcBef>
              <a:spcAft>
                <a:spcPts val="0"/>
              </a:spcAft>
              <a:buClr>
                <a:schemeClr val="dk1"/>
              </a:buClr>
              <a:buSzPct val="100000"/>
              <a:buFont typeface="Arial"/>
              <a:buChar char="•"/>
            </a:pPr>
            <a:r>
              <a:rPr lang="en-NP" sz="4000"/>
              <a:t>﻿﻿Workshops etc</a:t>
            </a:r>
            <a:endParaRPr sz="4000"/>
          </a:p>
          <a:p>
            <a:pPr indent="-159448" lvl="1" marL="612648" rtl="0" algn="l">
              <a:lnSpc>
                <a:spcPct val="120000"/>
              </a:lnSpc>
              <a:spcBef>
                <a:spcPts val="600"/>
              </a:spcBef>
              <a:spcAft>
                <a:spcPts val="0"/>
              </a:spcAft>
              <a:buClr>
                <a:schemeClr val="dk1"/>
              </a:buClr>
              <a:buSzPct val="100000"/>
              <a:buFont typeface="Arial"/>
              <a:buNone/>
            </a:pPr>
            <a:r>
              <a:t/>
            </a:r>
            <a:endParaRPr sz="2900"/>
          </a:p>
        </p:txBody>
      </p:sp>
      <p:sp>
        <p:nvSpPr>
          <p:cNvPr id="213" name="Google Shape;213;p12"/>
          <p:cNvSpPr txBox="1"/>
          <p:nvPr/>
        </p:nvSpPr>
        <p:spPr>
          <a:xfrm>
            <a:off x="7298912" y="3140968"/>
            <a:ext cx="4104456" cy="2382640"/>
          </a:xfrm>
          <a:prstGeom prst="rect">
            <a:avLst/>
          </a:prstGeom>
          <a:noFill/>
          <a:ln>
            <a:noFill/>
          </a:ln>
        </p:spPr>
        <p:txBody>
          <a:bodyPr anchorCtr="0" anchor="t" bIns="45700" lIns="91425" spcFirstLastPara="1" rIns="91425" wrap="square" tIns="45700">
            <a:spAutoFit/>
          </a:bodyPr>
          <a:lstStyle/>
          <a:p>
            <a:pPr indent="0" lvl="1" marL="457200" marR="0" rtl="0" algn="l">
              <a:lnSpc>
                <a:spcPct val="120000"/>
              </a:lnSpc>
              <a:spcBef>
                <a:spcPts val="0"/>
              </a:spcBef>
              <a:spcAft>
                <a:spcPts val="0"/>
              </a:spcAft>
              <a:buNone/>
            </a:pPr>
            <a:r>
              <a:rPr b="0" i="0" lang="en-NP" sz="1800" u="none" cap="none" strike="noStrike">
                <a:solidFill>
                  <a:schemeClr val="dk1"/>
                </a:solidFill>
                <a:latin typeface="Arial"/>
                <a:ea typeface="Arial"/>
                <a:cs typeface="Arial"/>
                <a:sym typeface="Arial"/>
              </a:rPr>
              <a:t>Note: This step helps ensure taking information from the right people and taking notes, enabling you to prepare the documents based on the requirements gathered during these elicitation techniques.</a:t>
            </a:r>
            <a:endParaRPr b="0" i="0" sz="18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219" name="Google Shape;219;p13"/>
          <p:cNvSpPr txBox="1"/>
          <p:nvPr>
            <p:ph idx="1" type="body"/>
          </p:nvPr>
        </p:nvSpPr>
        <p:spPr>
          <a:xfrm>
            <a:off x="1701924" y="1600199"/>
            <a:ext cx="10081120" cy="5040103"/>
          </a:xfrm>
          <a:prstGeom prst="rect">
            <a:avLst/>
          </a:prstGeom>
          <a:noFill/>
          <a:ln>
            <a:noFill/>
          </a:ln>
        </p:spPr>
        <p:txBody>
          <a:bodyPr anchorCtr="0" anchor="t" bIns="45700" lIns="91425" spcFirstLastPara="1" rIns="91425" wrap="square" tIns="45700">
            <a:normAutofit fontScale="55000" lnSpcReduction="20000"/>
          </a:bodyPr>
          <a:lstStyle/>
          <a:p>
            <a:pPr indent="-246888" lvl="0" marL="246888" rtl="0" algn="l">
              <a:lnSpc>
                <a:spcPct val="120000"/>
              </a:lnSpc>
              <a:spcBef>
                <a:spcPts val="0"/>
              </a:spcBef>
              <a:spcAft>
                <a:spcPts val="0"/>
              </a:spcAft>
              <a:buClr>
                <a:schemeClr val="dk1"/>
              </a:buClr>
              <a:buSzPct val="100000"/>
              <a:buChar char="›"/>
            </a:pPr>
            <a:r>
              <a:rPr b="1" lang="en-NP" sz="4400"/>
              <a:t>4. Requirement Documentation</a:t>
            </a:r>
            <a:endParaRPr/>
          </a:p>
          <a:p>
            <a:pPr indent="-246888" lvl="1" marL="612648" rtl="0" algn="l">
              <a:lnSpc>
                <a:spcPct val="120000"/>
              </a:lnSpc>
              <a:spcBef>
                <a:spcPts val="600"/>
              </a:spcBef>
              <a:spcAft>
                <a:spcPts val="0"/>
              </a:spcAft>
              <a:buClr>
                <a:schemeClr val="dk1"/>
              </a:buClr>
              <a:buSzPct val="100000"/>
              <a:buFont typeface="Arial"/>
              <a:buChar char="•"/>
            </a:pPr>
            <a:r>
              <a:rPr lang="en-NP" sz="4400"/>
              <a:t>In this stage, we document the requirements that we have gathered.</a:t>
            </a:r>
            <a:endParaRPr/>
          </a:p>
          <a:p>
            <a:pPr indent="-246888" lvl="1" marL="612648" rtl="0" algn="l">
              <a:lnSpc>
                <a:spcPct val="120000"/>
              </a:lnSpc>
              <a:spcBef>
                <a:spcPts val="600"/>
              </a:spcBef>
              <a:spcAft>
                <a:spcPts val="0"/>
              </a:spcAft>
              <a:buClr>
                <a:schemeClr val="dk1"/>
              </a:buClr>
              <a:buSzPct val="100000"/>
              <a:buFont typeface="Arial"/>
              <a:buChar char="•"/>
            </a:pPr>
            <a:r>
              <a:rPr lang="en-NP" sz="4400"/>
              <a:t>Proper documentation is required to understand the stakeholder/client's needs and ensure the same is communicated to the development team who is involved in project deliverables.</a:t>
            </a:r>
            <a:endParaRPr/>
          </a:p>
          <a:p>
            <a:pPr indent="-246888" lvl="1" marL="612648" rtl="0" algn="l">
              <a:lnSpc>
                <a:spcPct val="120000"/>
              </a:lnSpc>
              <a:spcBef>
                <a:spcPts val="600"/>
              </a:spcBef>
              <a:spcAft>
                <a:spcPts val="0"/>
              </a:spcAft>
              <a:buClr>
                <a:schemeClr val="dk1"/>
              </a:buClr>
              <a:buSzPct val="100000"/>
              <a:buFont typeface="Arial"/>
              <a:buChar char="•"/>
            </a:pPr>
            <a:r>
              <a:rPr lang="en-NP" sz="4400"/>
              <a:t>﻿﻿The documents include product requirement documents, system requirement documents, business requirement documents, etc.</a:t>
            </a:r>
            <a:endParaRPr/>
          </a:p>
          <a:p>
            <a:pPr indent="-246888" lvl="1" marL="612648" rtl="0" algn="l">
              <a:lnSpc>
                <a:spcPct val="120000"/>
              </a:lnSpc>
              <a:spcBef>
                <a:spcPts val="600"/>
              </a:spcBef>
              <a:spcAft>
                <a:spcPts val="0"/>
              </a:spcAft>
              <a:buClr>
                <a:schemeClr val="dk1"/>
              </a:buClr>
              <a:buSzPct val="100000"/>
              <a:buFont typeface="Arial"/>
              <a:buChar char="•"/>
            </a:pPr>
            <a:r>
              <a:rPr lang="en-NP" sz="4400"/>
              <a:t>﻿﻿Ensure to prepare the document in such a way that the development team can easily interpret the requirements and prioritize the work based on the requirements specified.</a:t>
            </a:r>
            <a:endParaRPr/>
          </a:p>
          <a:p>
            <a:pPr indent="-107188" lvl="0" marL="246888" rtl="0" algn="l">
              <a:lnSpc>
                <a:spcPct val="120000"/>
              </a:lnSpc>
              <a:spcBef>
                <a:spcPts val="1400"/>
              </a:spcBef>
              <a:spcAft>
                <a:spcPts val="0"/>
              </a:spcAft>
              <a:buClr>
                <a:schemeClr val="dk1"/>
              </a:buClr>
              <a:buSzPct val="100000"/>
              <a:buNone/>
            </a:pPr>
            <a:r>
              <a:t/>
            </a:r>
            <a:endParaRPr sz="4000"/>
          </a:p>
          <a:p>
            <a:pPr indent="-145605" lvl="1" marL="612648" rtl="0" algn="l">
              <a:lnSpc>
                <a:spcPct val="120000"/>
              </a:lnSpc>
              <a:spcBef>
                <a:spcPts val="600"/>
              </a:spcBef>
              <a:spcAft>
                <a:spcPts val="0"/>
              </a:spcAft>
              <a:buClr>
                <a:schemeClr val="dk1"/>
              </a:buClr>
              <a:buSzPct val="100000"/>
              <a:buFont typeface="Arial"/>
              <a:buNone/>
            </a:pPr>
            <a:r>
              <a:t/>
            </a:r>
            <a:endParaRPr sz="29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225" name="Google Shape;225;p14"/>
          <p:cNvSpPr txBox="1"/>
          <p:nvPr>
            <p:ph idx="1" type="body"/>
          </p:nvPr>
        </p:nvSpPr>
        <p:spPr>
          <a:xfrm>
            <a:off x="1701924" y="1600199"/>
            <a:ext cx="10081120" cy="5040103"/>
          </a:xfrm>
          <a:prstGeom prst="rect">
            <a:avLst/>
          </a:prstGeom>
          <a:noFill/>
          <a:ln>
            <a:noFill/>
          </a:ln>
        </p:spPr>
        <p:txBody>
          <a:bodyPr anchorCtr="0" anchor="t" bIns="45700" lIns="91425" spcFirstLastPara="1" rIns="91425" wrap="square" tIns="45700">
            <a:normAutofit fontScale="62500" lnSpcReduction="20000"/>
          </a:bodyPr>
          <a:lstStyle/>
          <a:p>
            <a:pPr indent="-246888" lvl="0" marL="246888" rtl="0" algn="l">
              <a:lnSpc>
                <a:spcPct val="120000"/>
              </a:lnSpc>
              <a:spcBef>
                <a:spcPts val="0"/>
              </a:spcBef>
              <a:spcAft>
                <a:spcPts val="0"/>
              </a:spcAft>
              <a:buClr>
                <a:schemeClr val="dk1"/>
              </a:buClr>
              <a:buSzPct val="100000"/>
              <a:buChar char="›"/>
            </a:pPr>
            <a:r>
              <a:rPr b="1" lang="en-NP" sz="4400"/>
              <a:t>4. Requirment documentation - Categorize Requirements</a:t>
            </a:r>
            <a:br>
              <a:rPr b="1" lang="en-NP" sz="4400"/>
            </a:br>
            <a:r>
              <a:rPr lang="en-NP" sz="3600"/>
              <a:t>To make analysis easier, consider grouping the requirements into these four categories-</a:t>
            </a:r>
            <a:endParaRPr/>
          </a:p>
          <a:p>
            <a:pPr indent="-396875" lvl="1" marL="762000" rtl="0" algn="l">
              <a:lnSpc>
                <a:spcPct val="120000"/>
              </a:lnSpc>
              <a:spcBef>
                <a:spcPts val="600"/>
              </a:spcBef>
              <a:spcAft>
                <a:spcPts val="0"/>
              </a:spcAft>
              <a:buClr>
                <a:schemeClr val="dk1"/>
              </a:buClr>
              <a:buSzPct val="100000"/>
              <a:buAutoNum type="arabicPeriod"/>
            </a:pPr>
            <a:r>
              <a:rPr b="1" lang="en-NP" sz="3200"/>
              <a:t>Functional Requirements </a:t>
            </a:r>
            <a:r>
              <a:rPr lang="en-NP" sz="3200"/>
              <a:t>– These define how a product/service/solution should function from the end-user’s perspective. Thety describe the features and functions with which the end-user will interact directly.</a:t>
            </a:r>
            <a:endParaRPr/>
          </a:p>
          <a:p>
            <a:pPr indent="-396875" lvl="1" marL="762000" rtl="0" algn="l">
              <a:lnSpc>
                <a:spcPct val="120000"/>
              </a:lnSpc>
              <a:spcBef>
                <a:spcPts val="600"/>
              </a:spcBef>
              <a:spcAft>
                <a:spcPts val="0"/>
              </a:spcAft>
              <a:buClr>
                <a:schemeClr val="dk1"/>
              </a:buClr>
              <a:buSzPct val="100000"/>
              <a:buAutoNum type="arabicPeriod"/>
            </a:pPr>
            <a:r>
              <a:rPr b="1" lang="en-NP" sz="3200"/>
              <a:t>Operational Requirements </a:t>
            </a:r>
            <a:r>
              <a:rPr lang="en-NP" sz="3200"/>
              <a:t>– These define operations that must be carried out in the background to keep the product or process functioning over a period of time</a:t>
            </a:r>
            <a:endParaRPr/>
          </a:p>
          <a:p>
            <a:pPr indent="-396875" lvl="1" marL="762000" rtl="0" algn="l">
              <a:lnSpc>
                <a:spcPct val="120000"/>
              </a:lnSpc>
              <a:spcBef>
                <a:spcPts val="600"/>
              </a:spcBef>
              <a:spcAft>
                <a:spcPts val="0"/>
              </a:spcAft>
              <a:buClr>
                <a:schemeClr val="dk1"/>
              </a:buClr>
              <a:buSzPct val="100000"/>
              <a:buAutoNum type="arabicPeriod"/>
            </a:pPr>
            <a:r>
              <a:rPr b="1" lang="en-NP" sz="3200"/>
              <a:t>Technical Requirements </a:t>
            </a:r>
            <a:r>
              <a:rPr lang="en-NP" sz="3200"/>
              <a:t>– These define the technial issues that must be considered to successfully implement the process or create the product.</a:t>
            </a:r>
            <a:endParaRPr/>
          </a:p>
          <a:p>
            <a:pPr indent="-396875" lvl="1" marL="762000" rtl="0" algn="l">
              <a:lnSpc>
                <a:spcPct val="120000"/>
              </a:lnSpc>
              <a:spcBef>
                <a:spcPts val="600"/>
              </a:spcBef>
              <a:spcAft>
                <a:spcPts val="0"/>
              </a:spcAft>
              <a:buClr>
                <a:schemeClr val="dk1"/>
              </a:buClr>
              <a:buSzPct val="100000"/>
              <a:buAutoNum type="arabicPeriod"/>
            </a:pPr>
            <a:r>
              <a:rPr b="1" lang="en-NP" sz="3200"/>
              <a:t>Transitional Requirements </a:t>
            </a:r>
            <a:r>
              <a:rPr lang="en-NP" sz="3200"/>
              <a:t>- These are the steps needed to implement the new product or process smoothly.</a:t>
            </a:r>
            <a:endParaRPr sz="3200"/>
          </a:p>
          <a:p>
            <a:pPr indent="-88138" lvl="0" marL="246888" rtl="0" algn="l">
              <a:lnSpc>
                <a:spcPct val="120000"/>
              </a:lnSpc>
              <a:spcBef>
                <a:spcPts val="1400"/>
              </a:spcBef>
              <a:spcAft>
                <a:spcPts val="0"/>
              </a:spcAft>
              <a:buClr>
                <a:schemeClr val="dk1"/>
              </a:buClr>
              <a:buSzPct val="100000"/>
              <a:buNone/>
            </a:pPr>
            <a:r>
              <a:t/>
            </a:r>
            <a:endParaRPr sz="4000"/>
          </a:p>
          <a:p>
            <a:pPr indent="-131826" lvl="1" marL="612648" rtl="0" algn="l">
              <a:lnSpc>
                <a:spcPct val="120000"/>
              </a:lnSpc>
              <a:spcBef>
                <a:spcPts val="600"/>
              </a:spcBef>
              <a:spcAft>
                <a:spcPts val="0"/>
              </a:spcAft>
              <a:buClr>
                <a:schemeClr val="dk1"/>
              </a:buClr>
              <a:buSzPct val="100000"/>
              <a:buFont typeface="Arial"/>
              <a:buNone/>
            </a:pPr>
            <a:r>
              <a:t/>
            </a:r>
            <a:endParaRPr sz="29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231" name="Google Shape;231;p15"/>
          <p:cNvSpPr txBox="1"/>
          <p:nvPr>
            <p:ph idx="1" type="body"/>
          </p:nvPr>
        </p:nvSpPr>
        <p:spPr>
          <a:xfrm>
            <a:off x="1701924" y="1600199"/>
            <a:ext cx="10081120" cy="5040103"/>
          </a:xfrm>
          <a:prstGeom prst="rect">
            <a:avLst/>
          </a:prstGeom>
          <a:noFill/>
          <a:ln>
            <a:noFill/>
          </a:ln>
        </p:spPr>
        <p:txBody>
          <a:bodyPr anchorCtr="0" anchor="t" bIns="45700" lIns="91425" spcFirstLastPara="1" rIns="91425" wrap="square" tIns="45700">
            <a:normAutofit fontScale="62500" lnSpcReduction="20000"/>
          </a:bodyPr>
          <a:lstStyle/>
          <a:p>
            <a:pPr indent="-246888" lvl="0" marL="246888" rtl="0" algn="l">
              <a:lnSpc>
                <a:spcPct val="120000"/>
              </a:lnSpc>
              <a:spcBef>
                <a:spcPts val="0"/>
              </a:spcBef>
              <a:spcAft>
                <a:spcPts val="0"/>
              </a:spcAft>
              <a:buClr>
                <a:schemeClr val="dk1"/>
              </a:buClr>
              <a:buSzPct val="100000"/>
              <a:buChar char="›"/>
            </a:pPr>
            <a:r>
              <a:rPr b="1" lang="en-NP" sz="4400"/>
              <a:t>4. Intercept and Record Requirements- Categorize Requirements</a:t>
            </a:r>
            <a:br>
              <a:rPr b="1" lang="en-NP" sz="4400"/>
            </a:br>
            <a:r>
              <a:rPr lang="en-NP" sz="3600"/>
              <a:t>Once you have gathered and categorized all of the requirements, determine which requirements are achievable, and how the system or product can deliver them. To intercept the requirements, do the following – </a:t>
            </a:r>
            <a:endParaRPr/>
          </a:p>
          <a:p>
            <a:pPr indent="-246888" lvl="1" marL="612648" rtl="0" algn="l">
              <a:lnSpc>
                <a:spcPct val="120000"/>
              </a:lnSpc>
              <a:spcBef>
                <a:spcPts val="600"/>
              </a:spcBef>
              <a:spcAft>
                <a:spcPts val="0"/>
              </a:spcAft>
              <a:buClr>
                <a:schemeClr val="dk1"/>
              </a:buClr>
              <a:buSzPct val="100000"/>
              <a:buChar char="–"/>
            </a:pPr>
            <a:r>
              <a:rPr lang="en-NP" sz="3200"/>
              <a:t> Define requirments preciesly	</a:t>
            </a:r>
            <a:endParaRPr/>
          </a:p>
          <a:p>
            <a:pPr indent="-246888" lvl="2" marL="978408" rtl="0" algn="l">
              <a:lnSpc>
                <a:spcPct val="120000"/>
              </a:lnSpc>
              <a:spcBef>
                <a:spcPts val="600"/>
              </a:spcBef>
              <a:spcAft>
                <a:spcPts val="0"/>
              </a:spcAft>
              <a:buClr>
                <a:schemeClr val="dk1"/>
              </a:buClr>
              <a:buSzPct val="100000"/>
              <a:buChar char="›"/>
            </a:pPr>
            <a:r>
              <a:rPr lang="en-NP" sz="2800"/>
              <a:t>Not ambigous or vague</a:t>
            </a:r>
            <a:endParaRPr/>
          </a:p>
          <a:p>
            <a:pPr indent="-246888" lvl="2" marL="978408" rtl="0" algn="l">
              <a:lnSpc>
                <a:spcPct val="120000"/>
              </a:lnSpc>
              <a:spcBef>
                <a:spcPts val="600"/>
              </a:spcBef>
              <a:spcAft>
                <a:spcPts val="0"/>
              </a:spcAft>
              <a:buClr>
                <a:schemeClr val="dk1"/>
              </a:buClr>
              <a:buSzPct val="100000"/>
              <a:buChar char="›"/>
            </a:pPr>
            <a:r>
              <a:rPr lang="en-NP" sz="2800"/>
              <a:t>Clearly worded</a:t>
            </a:r>
            <a:endParaRPr/>
          </a:p>
          <a:p>
            <a:pPr indent="-246888" lvl="2" marL="978408" rtl="0" algn="l">
              <a:lnSpc>
                <a:spcPct val="120000"/>
              </a:lnSpc>
              <a:spcBef>
                <a:spcPts val="600"/>
              </a:spcBef>
              <a:spcAft>
                <a:spcPts val="0"/>
              </a:spcAft>
              <a:buClr>
                <a:schemeClr val="dk1"/>
              </a:buClr>
              <a:buSzPct val="100000"/>
              <a:buChar char="›"/>
            </a:pPr>
            <a:r>
              <a:rPr lang="en-NP" sz="2800"/>
              <a:t>Sufficiently detailed os that everything is known.(Project over runs and problems usually come from unknowns that were not identified or sufficiently well-analyzed.)</a:t>
            </a:r>
            <a:endParaRPr/>
          </a:p>
          <a:p>
            <a:pPr indent="-246888" lvl="2" marL="978408" rtl="0" algn="l">
              <a:lnSpc>
                <a:spcPct val="120000"/>
              </a:lnSpc>
              <a:spcBef>
                <a:spcPts val="600"/>
              </a:spcBef>
              <a:spcAft>
                <a:spcPts val="0"/>
              </a:spcAft>
              <a:buClr>
                <a:schemeClr val="dk1"/>
              </a:buClr>
              <a:buSzPct val="100000"/>
              <a:buChar char="›"/>
            </a:pPr>
            <a:r>
              <a:rPr lang="en-NP" sz="2800"/>
              <a:t>Related to the business needs</a:t>
            </a:r>
            <a:endParaRPr/>
          </a:p>
          <a:p>
            <a:pPr indent="-246888" lvl="2" marL="978408" rtl="0" algn="l">
              <a:lnSpc>
                <a:spcPct val="120000"/>
              </a:lnSpc>
              <a:spcBef>
                <a:spcPts val="600"/>
              </a:spcBef>
              <a:spcAft>
                <a:spcPts val="0"/>
              </a:spcAft>
              <a:buClr>
                <a:schemeClr val="dk1"/>
              </a:buClr>
              <a:buSzPct val="100000"/>
              <a:buChar char="›"/>
            </a:pPr>
            <a:r>
              <a:rPr lang="en-NP" sz="2800"/>
              <a:t>Listed in sufficient detail to create a working system or product design.</a:t>
            </a:r>
            <a:endParaRPr/>
          </a:p>
          <a:p>
            <a:pPr indent="0" lvl="0" marL="0" rtl="0" algn="l">
              <a:lnSpc>
                <a:spcPct val="120000"/>
              </a:lnSpc>
              <a:spcBef>
                <a:spcPts val="1400"/>
              </a:spcBef>
              <a:spcAft>
                <a:spcPts val="0"/>
              </a:spcAft>
              <a:buClr>
                <a:schemeClr val="dk1"/>
              </a:buClr>
              <a:buSzPct val="100000"/>
              <a:buNone/>
            </a:pPr>
            <a:r>
              <a:t/>
            </a:r>
            <a:endParaRPr sz="4000"/>
          </a:p>
          <a:p>
            <a:pPr indent="-131826" lvl="1" marL="612648" rtl="0" algn="l">
              <a:lnSpc>
                <a:spcPct val="120000"/>
              </a:lnSpc>
              <a:spcBef>
                <a:spcPts val="600"/>
              </a:spcBef>
              <a:spcAft>
                <a:spcPts val="0"/>
              </a:spcAft>
              <a:buClr>
                <a:schemeClr val="dk1"/>
              </a:buClr>
              <a:buSzPct val="100000"/>
              <a:buFont typeface="Arial"/>
              <a:buNone/>
            </a:pPr>
            <a:r>
              <a:t/>
            </a:r>
            <a:endParaRPr sz="29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237" name="Google Shape;237;p16"/>
          <p:cNvSpPr txBox="1"/>
          <p:nvPr>
            <p:ph idx="1" type="body"/>
          </p:nvPr>
        </p:nvSpPr>
        <p:spPr>
          <a:xfrm>
            <a:off x="1701924" y="1600199"/>
            <a:ext cx="10081120" cy="5040103"/>
          </a:xfrm>
          <a:prstGeom prst="rect">
            <a:avLst/>
          </a:prstGeom>
          <a:noFill/>
          <a:ln>
            <a:noFill/>
          </a:ln>
        </p:spPr>
        <p:txBody>
          <a:bodyPr anchorCtr="0" anchor="t" bIns="45700" lIns="91425" spcFirstLastPara="1" rIns="91425" wrap="square" tIns="45700">
            <a:normAutofit fontScale="92500"/>
          </a:bodyPr>
          <a:lstStyle/>
          <a:p>
            <a:pPr indent="-246888" lvl="0" marL="246888" rtl="0" algn="l">
              <a:lnSpc>
                <a:spcPct val="120000"/>
              </a:lnSpc>
              <a:spcBef>
                <a:spcPts val="0"/>
              </a:spcBef>
              <a:spcAft>
                <a:spcPts val="0"/>
              </a:spcAft>
              <a:buClr>
                <a:schemeClr val="dk1"/>
              </a:buClr>
              <a:buSzPct val="100000"/>
              <a:buChar char="›"/>
            </a:pPr>
            <a:r>
              <a:rPr b="1" lang="en-NP" sz="3000"/>
              <a:t>4. Intercept and Record Requirements- Categorize Requirements</a:t>
            </a:r>
            <a:endParaRPr sz="3000"/>
          </a:p>
          <a:p>
            <a:pPr indent="-246919" lvl="1" marL="612648" rtl="0" algn="l">
              <a:lnSpc>
                <a:spcPct val="110000"/>
              </a:lnSpc>
              <a:spcBef>
                <a:spcPts val="600"/>
              </a:spcBef>
              <a:spcAft>
                <a:spcPts val="0"/>
              </a:spcAft>
              <a:buClr>
                <a:schemeClr val="dk1"/>
              </a:buClr>
              <a:buSzPct val="100000"/>
              <a:buChar char="–"/>
            </a:pPr>
            <a:r>
              <a:rPr b="1" lang="en-NP" sz="2300"/>
              <a:t>Analyze the impact of change - </a:t>
            </a:r>
            <a:r>
              <a:rPr lang="en-NP" sz="2300"/>
              <a:t>Carry out an Impact Analysis to make sure that you understand fully the consequences your project will have for existing processes, products and people.</a:t>
            </a:r>
            <a:endParaRPr/>
          </a:p>
          <a:p>
            <a:pPr indent="-246919" lvl="1" marL="612648" rtl="0" algn="l">
              <a:lnSpc>
                <a:spcPct val="110000"/>
              </a:lnSpc>
              <a:spcBef>
                <a:spcPts val="600"/>
              </a:spcBef>
              <a:spcAft>
                <a:spcPts val="0"/>
              </a:spcAft>
              <a:buClr>
                <a:schemeClr val="dk1"/>
              </a:buClr>
              <a:buSzPct val="100000"/>
              <a:buChar char="–"/>
            </a:pPr>
            <a:r>
              <a:rPr lang="en-NP" sz="2300"/>
              <a:t>﻿﻿</a:t>
            </a:r>
            <a:r>
              <a:rPr b="1" lang="en-NP" sz="2300"/>
              <a:t>Resolve conflicting issues -</a:t>
            </a:r>
            <a:r>
              <a:rPr lang="en-NP" sz="2300"/>
              <a:t> Sit down with the key stakeholders and resolve any conflicting requirements issues. You may find Scenario Analysis helpful in doing this, as it will allow all those involved to explore how the proposed project would work in different possible "futures".</a:t>
            </a:r>
            <a:endParaRPr/>
          </a:p>
          <a:p>
            <a:pPr indent="-246919" lvl="1" marL="612648" rtl="0" algn="l">
              <a:lnSpc>
                <a:spcPct val="110000"/>
              </a:lnSpc>
              <a:spcBef>
                <a:spcPts val="600"/>
              </a:spcBef>
              <a:spcAft>
                <a:spcPts val="0"/>
              </a:spcAft>
              <a:buClr>
                <a:schemeClr val="dk1"/>
              </a:buClr>
              <a:buSzPct val="100000"/>
              <a:buChar char="–"/>
            </a:pPr>
            <a:r>
              <a:rPr b="1" lang="en-NP" sz="2300"/>
              <a:t>Analyze feasibility -</a:t>
            </a:r>
            <a:r>
              <a:rPr lang="en-NP" sz="2300"/>
              <a:t> Determine how reliable and easy to use the new product or system will be. A detailed analysis can help identify any major problems.</a:t>
            </a:r>
            <a:endParaRPr/>
          </a:p>
          <a:p>
            <a:pPr indent="0" lvl="0" marL="0" rtl="0" algn="l">
              <a:lnSpc>
                <a:spcPct val="120000"/>
              </a:lnSpc>
              <a:spcBef>
                <a:spcPts val="1400"/>
              </a:spcBef>
              <a:spcAft>
                <a:spcPts val="0"/>
              </a:spcAft>
              <a:buClr>
                <a:schemeClr val="dk1"/>
              </a:buClr>
              <a:buSzPct val="100000"/>
              <a:buNone/>
            </a:pPr>
            <a:r>
              <a:t/>
            </a:r>
            <a:endParaRPr sz="4000"/>
          </a:p>
          <a:p>
            <a:pPr indent="-76581" lvl="1" marL="612648" rtl="0" algn="l">
              <a:lnSpc>
                <a:spcPct val="120000"/>
              </a:lnSpc>
              <a:spcBef>
                <a:spcPts val="600"/>
              </a:spcBef>
              <a:spcAft>
                <a:spcPts val="0"/>
              </a:spcAft>
              <a:buClr>
                <a:schemeClr val="dk1"/>
              </a:buClr>
              <a:buSzPct val="100000"/>
              <a:buFont typeface="Arial"/>
              <a:buNone/>
            </a:pPr>
            <a:r>
              <a:t/>
            </a:r>
            <a:endParaRPr sz="29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7"/>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243" name="Google Shape;243;p17"/>
          <p:cNvSpPr txBox="1"/>
          <p:nvPr>
            <p:ph idx="1" type="body"/>
          </p:nvPr>
        </p:nvSpPr>
        <p:spPr>
          <a:xfrm>
            <a:off x="1701924" y="1600199"/>
            <a:ext cx="10081120"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120000"/>
              </a:lnSpc>
              <a:spcBef>
                <a:spcPts val="0"/>
              </a:spcBef>
              <a:spcAft>
                <a:spcPts val="0"/>
              </a:spcAft>
              <a:buClr>
                <a:schemeClr val="dk1"/>
              </a:buClr>
              <a:buSzPts val="3000"/>
              <a:buChar char="›"/>
            </a:pPr>
            <a:r>
              <a:rPr b="1" lang="en-NP" sz="3000"/>
              <a:t>5. Confirmation of the requirements</a:t>
            </a:r>
            <a:endParaRPr sz="3000"/>
          </a:p>
          <a:p>
            <a:pPr indent="-246888" lvl="0" marL="246888" rtl="0" algn="l">
              <a:lnSpc>
                <a:spcPct val="90000"/>
              </a:lnSpc>
              <a:spcBef>
                <a:spcPts val="1400"/>
              </a:spcBef>
              <a:spcAft>
                <a:spcPts val="0"/>
              </a:spcAft>
              <a:buClr>
                <a:schemeClr val="dk1"/>
              </a:buClr>
              <a:buSzPts val="2300"/>
              <a:buFont typeface="Arial"/>
              <a:buChar char="•"/>
            </a:pPr>
            <a:r>
              <a:rPr lang="en-NP" sz="2300"/>
              <a:t>Once the requirements are adequately documented, take approvals from the clients and stakeholders so that you can start the project.</a:t>
            </a:r>
            <a:endParaRPr/>
          </a:p>
          <a:p>
            <a:pPr indent="-246888" lvl="0" marL="246888" rtl="0" algn="l">
              <a:lnSpc>
                <a:spcPct val="90000"/>
              </a:lnSpc>
              <a:spcBef>
                <a:spcPts val="1400"/>
              </a:spcBef>
              <a:spcAft>
                <a:spcPts val="0"/>
              </a:spcAft>
              <a:buClr>
                <a:schemeClr val="dk1"/>
              </a:buClr>
              <a:buSzPts val="2300"/>
              <a:buFont typeface="Arial"/>
              <a:buChar char="•"/>
            </a:pPr>
            <a:r>
              <a:rPr lang="en-NP" sz="2300"/>
              <a:t>﻿﻿Without taking approvals from the client, you may delay the project.</a:t>
            </a:r>
            <a:endParaRPr/>
          </a:p>
          <a:p>
            <a:pPr indent="-246888" lvl="0" marL="246888" rtl="0" algn="l">
              <a:lnSpc>
                <a:spcPct val="90000"/>
              </a:lnSpc>
              <a:spcBef>
                <a:spcPts val="1400"/>
              </a:spcBef>
              <a:spcAft>
                <a:spcPts val="0"/>
              </a:spcAft>
              <a:buClr>
                <a:schemeClr val="dk1"/>
              </a:buClr>
              <a:buSzPts val="2300"/>
              <a:buFont typeface="Arial"/>
              <a:buChar char="•"/>
            </a:pPr>
            <a:r>
              <a:rPr lang="en-NP" sz="2300"/>
              <a:t>﻿﻿Furthermore, as requirements might change with time and without proper permissions, scope creep, project delays, or even cancellation will occur.</a:t>
            </a:r>
            <a:endParaRPr/>
          </a:p>
          <a:p>
            <a:pPr indent="0" lvl="0" marL="0" rtl="0" algn="l">
              <a:lnSpc>
                <a:spcPct val="120000"/>
              </a:lnSpc>
              <a:spcBef>
                <a:spcPts val="1400"/>
              </a:spcBef>
              <a:spcAft>
                <a:spcPts val="0"/>
              </a:spcAft>
              <a:buClr>
                <a:schemeClr val="dk1"/>
              </a:buClr>
              <a:buSzPts val="4000"/>
              <a:buNone/>
            </a:pPr>
            <a:r>
              <a:t/>
            </a:r>
            <a:endParaRPr sz="4000"/>
          </a:p>
          <a:p>
            <a:pPr indent="-62738" lvl="1" marL="612648" rtl="0" algn="l">
              <a:lnSpc>
                <a:spcPct val="120000"/>
              </a:lnSpc>
              <a:spcBef>
                <a:spcPts val="600"/>
              </a:spcBef>
              <a:spcAft>
                <a:spcPts val="0"/>
              </a:spcAft>
              <a:buClr>
                <a:schemeClr val="dk1"/>
              </a:buClr>
              <a:buSzPts val="2900"/>
              <a:buFont typeface="Arial"/>
              <a:buNone/>
            </a:pPr>
            <a:r>
              <a:t/>
            </a:r>
            <a:endParaRPr sz="29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8"/>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Stages of Requirement Gathering Process</a:t>
            </a:r>
            <a:endParaRPr/>
          </a:p>
        </p:txBody>
      </p:sp>
      <p:sp>
        <p:nvSpPr>
          <p:cNvPr id="249" name="Google Shape;249;p18"/>
          <p:cNvSpPr txBox="1"/>
          <p:nvPr>
            <p:ph idx="1" type="body"/>
          </p:nvPr>
        </p:nvSpPr>
        <p:spPr>
          <a:xfrm>
            <a:off x="1701924" y="1600199"/>
            <a:ext cx="10081120" cy="5040103"/>
          </a:xfrm>
          <a:prstGeom prst="rect">
            <a:avLst/>
          </a:prstGeom>
          <a:noFill/>
          <a:ln>
            <a:noFill/>
          </a:ln>
        </p:spPr>
        <p:txBody>
          <a:bodyPr anchorCtr="0" anchor="t" bIns="45700" lIns="91425" spcFirstLastPara="1" rIns="91425" wrap="square" tIns="45700">
            <a:normAutofit fontScale="77500" lnSpcReduction="20000"/>
          </a:bodyPr>
          <a:lstStyle/>
          <a:p>
            <a:pPr indent="-246888" lvl="0" marL="246888" rtl="0" algn="l">
              <a:lnSpc>
                <a:spcPct val="120000"/>
              </a:lnSpc>
              <a:spcBef>
                <a:spcPts val="0"/>
              </a:spcBef>
              <a:spcAft>
                <a:spcPts val="0"/>
              </a:spcAft>
              <a:buClr>
                <a:schemeClr val="dk1"/>
              </a:buClr>
              <a:buSzPct val="100000"/>
              <a:buChar char="›"/>
            </a:pPr>
            <a:r>
              <a:rPr b="1" lang="en-NP" sz="3000"/>
              <a:t>6. Prioritizing the requirements</a:t>
            </a:r>
            <a:endParaRPr sz="3000"/>
          </a:p>
          <a:p>
            <a:pPr indent="-246919" lvl="0" marL="246888" rtl="0" algn="l">
              <a:lnSpc>
                <a:spcPct val="120000"/>
              </a:lnSpc>
              <a:spcBef>
                <a:spcPts val="1400"/>
              </a:spcBef>
              <a:spcAft>
                <a:spcPts val="0"/>
              </a:spcAft>
              <a:buClr>
                <a:schemeClr val="dk1"/>
              </a:buClr>
              <a:buSzPct val="100000"/>
              <a:buFont typeface="Arial"/>
              <a:buChar char="•"/>
            </a:pPr>
            <a:r>
              <a:rPr lang="en-NP" sz="2300"/>
              <a:t>Prioritizing requirements involves determining which requirements are most important to the project's success and need to be developed and implemented first.</a:t>
            </a:r>
            <a:br>
              <a:rPr lang="en-NP" sz="2300"/>
            </a:br>
            <a:r>
              <a:rPr lang="en-NP" sz="2300"/>
              <a:t>The following are some of the prioritization techniques used in business analysis:</a:t>
            </a:r>
            <a:endParaRPr/>
          </a:p>
          <a:p>
            <a:pPr indent="-246919" lvl="0" marL="246888" rtl="0" algn="l">
              <a:lnSpc>
                <a:spcPct val="120000"/>
              </a:lnSpc>
              <a:spcBef>
                <a:spcPts val="1400"/>
              </a:spcBef>
              <a:spcAft>
                <a:spcPts val="0"/>
              </a:spcAft>
              <a:buClr>
                <a:schemeClr val="dk1"/>
              </a:buClr>
              <a:buSzPct val="100000"/>
              <a:buFont typeface="Arial"/>
              <a:buChar char="•"/>
            </a:pPr>
            <a:r>
              <a:rPr b="1" lang="en-NP" sz="2300"/>
              <a:t>﻿﻿MoSCoW</a:t>
            </a:r>
            <a:r>
              <a:rPr lang="en-NP" sz="2300"/>
              <a:t>: MoSCoW stands for Must have, Should have, Could have, and Won't have.</a:t>
            </a:r>
            <a:br>
              <a:rPr lang="en-NP" sz="2300"/>
            </a:br>
            <a:r>
              <a:rPr lang="en-NP" sz="2300"/>
              <a:t>This technique prioritizes requirements based on their importance and urgency.</a:t>
            </a:r>
            <a:endParaRPr/>
          </a:p>
          <a:p>
            <a:pPr indent="-246919" lvl="0" marL="246888" rtl="0" algn="l">
              <a:lnSpc>
                <a:spcPct val="120000"/>
              </a:lnSpc>
              <a:spcBef>
                <a:spcPts val="1400"/>
              </a:spcBef>
              <a:spcAft>
                <a:spcPts val="0"/>
              </a:spcAft>
              <a:buClr>
                <a:schemeClr val="dk1"/>
              </a:buClr>
              <a:buSzPct val="100000"/>
              <a:buFont typeface="Arial"/>
              <a:buChar char="•"/>
            </a:pPr>
            <a:r>
              <a:rPr b="1" lang="en-NP" sz="2300"/>
              <a:t>﻿﻿Kano Model</a:t>
            </a:r>
            <a:r>
              <a:rPr lang="en-NP" sz="2300"/>
              <a:t>: The Kano Model prioritizes requirements based on the customer's satisfaction level. It categorizes requirements into three categories: Must-haves, Performance Attributes, and Delighters.</a:t>
            </a:r>
            <a:endParaRPr/>
          </a:p>
          <a:p>
            <a:pPr indent="-246919" lvl="0" marL="246888" rtl="0" algn="l">
              <a:lnSpc>
                <a:spcPct val="120000"/>
              </a:lnSpc>
              <a:spcBef>
                <a:spcPts val="1400"/>
              </a:spcBef>
              <a:spcAft>
                <a:spcPts val="0"/>
              </a:spcAft>
              <a:buClr>
                <a:schemeClr val="dk1"/>
              </a:buClr>
              <a:buSzPct val="100000"/>
              <a:buFont typeface="Arial"/>
              <a:buChar char="•"/>
            </a:pPr>
            <a:r>
              <a:rPr b="1" lang="en-NP" sz="2300"/>
              <a:t>﻿﻿Cost-Benefit Analysis</a:t>
            </a:r>
            <a:r>
              <a:rPr lang="en-NP" sz="2300"/>
              <a:t>: Cost-benefit analysis evaluates the costs and benefits of each requirement to prioritize them based on their feasibility and impact on the project's success.</a:t>
            </a:r>
            <a:endParaRPr/>
          </a:p>
          <a:p>
            <a:pPr indent="-246919" lvl="0" marL="246888" rtl="0" algn="l">
              <a:lnSpc>
                <a:spcPct val="120000"/>
              </a:lnSpc>
              <a:spcBef>
                <a:spcPts val="1400"/>
              </a:spcBef>
              <a:spcAft>
                <a:spcPts val="0"/>
              </a:spcAft>
              <a:buClr>
                <a:schemeClr val="dk1"/>
              </a:buClr>
              <a:buSzPct val="100000"/>
              <a:buFont typeface="Arial"/>
              <a:buChar char="•"/>
            </a:pPr>
            <a:r>
              <a:rPr b="1" lang="en-NP" sz="2300"/>
              <a:t>﻿﻿Business Value Analysis</a:t>
            </a:r>
            <a:r>
              <a:rPr lang="en-NP" sz="2300"/>
              <a:t>: Business value analysis prioritizes requirements based on their impact on the organization's goals and objectives.</a:t>
            </a:r>
            <a:endParaRPr/>
          </a:p>
          <a:p>
            <a:pPr indent="0" lvl="0" marL="0" rtl="0" algn="l">
              <a:lnSpc>
                <a:spcPct val="120000"/>
              </a:lnSpc>
              <a:spcBef>
                <a:spcPts val="1400"/>
              </a:spcBef>
              <a:spcAft>
                <a:spcPts val="0"/>
              </a:spcAft>
              <a:buClr>
                <a:schemeClr val="dk1"/>
              </a:buClr>
              <a:buSzPct val="100000"/>
              <a:buNone/>
            </a:pPr>
            <a:r>
              <a:t/>
            </a:r>
            <a:endParaRPr sz="4000"/>
          </a:p>
          <a:p>
            <a:pPr indent="-104203" lvl="1" marL="612648" rtl="0" algn="l">
              <a:lnSpc>
                <a:spcPct val="120000"/>
              </a:lnSpc>
              <a:spcBef>
                <a:spcPts val="600"/>
              </a:spcBef>
              <a:spcAft>
                <a:spcPts val="0"/>
              </a:spcAft>
              <a:buClr>
                <a:schemeClr val="dk1"/>
              </a:buClr>
              <a:buSzPct val="100000"/>
              <a:buFont typeface="Arial"/>
              <a:buNone/>
            </a:pPr>
            <a:r>
              <a:t/>
            </a:r>
            <a:endParaRPr sz="29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Requirement Gathering Techniques</a:t>
            </a:r>
            <a:endParaRPr/>
          </a:p>
        </p:txBody>
      </p:sp>
      <p:sp>
        <p:nvSpPr>
          <p:cNvPr id="255" name="Google Shape;255;p19"/>
          <p:cNvSpPr txBox="1"/>
          <p:nvPr>
            <p:ph idx="1" type="body"/>
          </p:nvPr>
        </p:nvSpPr>
        <p:spPr>
          <a:xfrm>
            <a:off x="1593436" y="1600199"/>
            <a:ext cx="5077040"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Focus Group</a:t>
            </a:r>
            <a:endParaRPr/>
          </a:p>
          <a:p>
            <a:pPr indent="-246888" lvl="0" marL="246888" rtl="0" algn="l">
              <a:lnSpc>
                <a:spcPct val="90000"/>
              </a:lnSpc>
              <a:spcBef>
                <a:spcPts val="1400"/>
              </a:spcBef>
              <a:spcAft>
                <a:spcPts val="0"/>
              </a:spcAft>
              <a:buClr>
                <a:schemeClr val="dk1"/>
              </a:buClr>
              <a:buSzPts val="2800"/>
              <a:buChar char="›"/>
            </a:pPr>
            <a:r>
              <a:rPr lang="en-NP"/>
              <a:t>Brainstroming</a:t>
            </a:r>
            <a:endParaRPr/>
          </a:p>
          <a:p>
            <a:pPr indent="-246888" lvl="0" marL="246888" rtl="0" algn="l">
              <a:lnSpc>
                <a:spcPct val="90000"/>
              </a:lnSpc>
              <a:spcBef>
                <a:spcPts val="1400"/>
              </a:spcBef>
              <a:spcAft>
                <a:spcPts val="0"/>
              </a:spcAft>
              <a:buClr>
                <a:schemeClr val="dk1"/>
              </a:buClr>
              <a:buSzPts val="2800"/>
              <a:buChar char="›"/>
            </a:pPr>
            <a:r>
              <a:rPr b="1" lang="en-NP"/>
              <a:t>Interviews</a:t>
            </a:r>
            <a:endParaRPr/>
          </a:p>
          <a:p>
            <a:pPr indent="-246888" lvl="0" marL="246888" rtl="0" algn="l">
              <a:lnSpc>
                <a:spcPct val="90000"/>
              </a:lnSpc>
              <a:spcBef>
                <a:spcPts val="1400"/>
              </a:spcBef>
              <a:spcAft>
                <a:spcPts val="0"/>
              </a:spcAft>
              <a:buClr>
                <a:schemeClr val="dk1"/>
              </a:buClr>
              <a:buSzPts val="2800"/>
              <a:buChar char="›"/>
            </a:pPr>
            <a:r>
              <a:rPr b="1" lang="en-NP"/>
              <a:t>Joint Application Method</a:t>
            </a:r>
            <a:endParaRPr/>
          </a:p>
          <a:p>
            <a:pPr indent="-246888" lvl="0" marL="246888" rtl="0" algn="l">
              <a:lnSpc>
                <a:spcPct val="90000"/>
              </a:lnSpc>
              <a:spcBef>
                <a:spcPts val="1400"/>
              </a:spcBef>
              <a:spcAft>
                <a:spcPts val="0"/>
              </a:spcAft>
              <a:buClr>
                <a:schemeClr val="dk1"/>
              </a:buClr>
              <a:buSzPts val="2800"/>
              <a:buChar char="›"/>
            </a:pPr>
            <a:r>
              <a:rPr b="1" lang="en-NP"/>
              <a:t>Shadowing/Observation</a:t>
            </a:r>
            <a:endParaRPr/>
          </a:p>
          <a:p>
            <a:pPr indent="-246888" lvl="0" marL="246888" rtl="0" algn="l">
              <a:lnSpc>
                <a:spcPct val="90000"/>
              </a:lnSpc>
              <a:spcBef>
                <a:spcPts val="1400"/>
              </a:spcBef>
              <a:spcAft>
                <a:spcPts val="0"/>
              </a:spcAft>
              <a:buClr>
                <a:schemeClr val="dk1"/>
              </a:buClr>
              <a:buSzPts val="2800"/>
              <a:buChar char="›"/>
            </a:pPr>
            <a:r>
              <a:rPr b="1" lang="en-NP"/>
              <a:t>Document Analysis</a:t>
            </a:r>
            <a:endParaRPr/>
          </a:p>
          <a:p>
            <a:pPr indent="-246888" lvl="0" marL="246888" rtl="0" algn="l">
              <a:lnSpc>
                <a:spcPct val="90000"/>
              </a:lnSpc>
              <a:spcBef>
                <a:spcPts val="1400"/>
              </a:spcBef>
              <a:spcAft>
                <a:spcPts val="0"/>
              </a:spcAft>
              <a:buClr>
                <a:schemeClr val="dk1"/>
              </a:buClr>
              <a:buSzPts val="2800"/>
              <a:buChar char="›"/>
            </a:pPr>
            <a:r>
              <a:rPr b="1" lang="en-NP"/>
              <a:t>Surveys/Questionnaire</a:t>
            </a:r>
            <a:endParaRPr/>
          </a:p>
          <a:p>
            <a:pPr indent="-246888" lvl="0" marL="246888" rtl="0" algn="l">
              <a:lnSpc>
                <a:spcPct val="90000"/>
              </a:lnSpc>
              <a:spcBef>
                <a:spcPts val="1400"/>
              </a:spcBef>
              <a:spcAft>
                <a:spcPts val="0"/>
              </a:spcAft>
              <a:buClr>
                <a:schemeClr val="dk1"/>
              </a:buClr>
              <a:buSzPts val="2800"/>
              <a:buChar char="›"/>
            </a:pPr>
            <a:r>
              <a:rPr lang="en-NP"/>
              <a:t>Interface Analysis</a:t>
            </a:r>
            <a:endParaRPr/>
          </a:p>
          <a:p>
            <a:pPr indent="-246888" lvl="0" marL="246888" rtl="0" algn="l">
              <a:lnSpc>
                <a:spcPct val="90000"/>
              </a:lnSpc>
              <a:spcBef>
                <a:spcPts val="1400"/>
              </a:spcBef>
              <a:spcAft>
                <a:spcPts val="0"/>
              </a:spcAft>
              <a:buClr>
                <a:schemeClr val="dk1"/>
              </a:buClr>
              <a:buSzPts val="2800"/>
              <a:buChar char="›"/>
            </a:pPr>
            <a:r>
              <a:rPr lang="en-NP"/>
              <a:t>Prototyping/Wireframing</a:t>
            </a:r>
            <a:endParaRPr/>
          </a:p>
        </p:txBody>
      </p:sp>
      <p:pic>
        <p:nvPicPr>
          <p:cNvPr id="256" name="Google Shape;256;p19"/>
          <p:cNvPicPr preferRelativeResize="0"/>
          <p:nvPr/>
        </p:nvPicPr>
        <p:blipFill rotWithShape="1">
          <a:blip r:embed="rId3">
            <a:alphaModFix/>
          </a:blip>
          <a:srcRect b="0" l="0" r="0" t="0"/>
          <a:stretch/>
        </p:blipFill>
        <p:spPr>
          <a:xfrm>
            <a:off x="6484836" y="1450887"/>
            <a:ext cx="5300448" cy="515719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Requirement Gathering Techniques</a:t>
            </a:r>
            <a:endParaRPr/>
          </a:p>
        </p:txBody>
      </p:sp>
      <p:sp>
        <p:nvSpPr>
          <p:cNvPr id="262" name="Google Shape;262;p20"/>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NP"/>
              <a:t>Focus Group</a:t>
            </a:r>
            <a:endParaRPr/>
          </a:p>
          <a:p>
            <a:pPr indent="-246888" lvl="1" marL="612648" rtl="0" algn="l">
              <a:lnSpc>
                <a:spcPct val="90000"/>
              </a:lnSpc>
              <a:spcBef>
                <a:spcPts val="600"/>
              </a:spcBef>
              <a:spcAft>
                <a:spcPts val="0"/>
              </a:spcAft>
              <a:buClr>
                <a:schemeClr val="dk1"/>
              </a:buClr>
              <a:buSzPts val="2400"/>
              <a:buChar char="–"/>
            </a:pPr>
            <a:r>
              <a:rPr lang="en-NP"/>
              <a:t>Semi structured “group interview” and focused discussion with moderator</a:t>
            </a:r>
            <a:endParaRPr/>
          </a:p>
          <a:p>
            <a:pPr indent="-246888" lvl="1" marL="612648" rtl="0" algn="l">
              <a:lnSpc>
                <a:spcPct val="90000"/>
              </a:lnSpc>
              <a:spcBef>
                <a:spcPts val="600"/>
              </a:spcBef>
              <a:spcAft>
                <a:spcPts val="0"/>
              </a:spcAft>
              <a:buClr>
                <a:schemeClr val="dk1"/>
              </a:buClr>
              <a:buSzPts val="2400"/>
              <a:buChar char="–"/>
            </a:pPr>
            <a:r>
              <a:rPr lang="en-NP"/>
              <a:t>Stakeholders are subjet expert and selection of participant is most </a:t>
            </a:r>
            <a:r>
              <a:rPr lang="en-NP">
                <a:extLst>
                  <a:ext uri="http://customooxmlschemas.google.com/">
                    <go:slidesCustomData xmlns:go="http://customooxmlschemas.google.com/" textRoundtripDataId="0"/>
                  </a:ext>
                </a:extLst>
              </a:rPr>
              <a:t>crucial</a:t>
            </a:r>
            <a:r>
              <a:rPr lang="en-NP"/>
              <a:t> </a:t>
            </a:r>
            <a:endParaRPr/>
          </a:p>
          <a:p>
            <a:pPr indent="-246888" lvl="1" marL="612648" rtl="0" algn="l">
              <a:lnSpc>
                <a:spcPct val="90000"/>
              </a:lnSpc>
              <a:spcBef>
                <a:spcPts val="600"/>
              </a:spcBef>
              <a:spcAft>
                <a:spcPts val="0"/>
              </a:spcAft>
              <a:buClr>
                <a:schemeClr val="dk1"/>
              </a:buClr>
              <a:buSzPts val="2400"/>
              <a:buChar char="–"/>
            </a:pPr>
            <a:r>
              <a:rPr lang="en-NP"/>
              <a:t>Group is homogeneous and socially oriented</a:t>
            </a:r>
            <a:endParaRPr/>
          </a:p>
          <a:p>
            <a:pPr indent="-246888" lvl="1" marL="612648" rtl="0" algn="l">
              <a:lnSpc>
                <a:spcPct val="90000"/>
              </a:lnSpc>
              <a:spcBef>
                <a:spcPts val="600"/>
              </a:spcBef>
              <a:spcAft>
                <a:spcPts val="0"/>
              </a:spcAft>
              <a:buClr>
                <a:schemeClr val="dk1"/>
              </a:buClr>
              <a:buSzPts val="2400"/>
              <a:buChar char="–"/>
            </a:pPr>
            <a:r>
              <a:rPr lang="en-NP"/>
              <a:t>6-12 participants and discussion could be upto 3 hours.</a:t>
            </a:r>
            <a:endParaRPr/>
          </a:p>
          <a:p>
            <a:pPr indent="-246888" lvl="1" marL="612648" rtl="0" algn="l">
              <a:lnSpc>
                <a:spcPct val="90000"/>
              </a:lnSpc>
              <a:spcBef>
                <a:spcPts val="600"/>
              </a:spcBef>
              <a:spcAft>
                <a:spcPts val="0"/>
              </a:spcAft>
              <a:buClr>
                <a:schemeClr val="dk1"/>
              </a:buClr>
              <a:buSzPts val="2400"/>
              <a:buChar char="–"/>
            </a:pPr>
            <a:r>
              <a:rPr lang="en-NP"/>
              <a:t>Explore attitude, opinions, behaviours, beliefs &amp; recommendations of a group.</a:t>
            </a:r>
            <a:endParaRPr/>
          </a:p>
          <a:p>
            <a:pPr indent="-246888" lvl="1" marL="612648" rtl="0" algn="l">
              <a:lnSpc>
                <a:spcPct val="90000"/>
              </a:lnSpc>
              <a:spcBef>
                <a:spcPts val="600"/>
              </a:spcBef>
              <a:spcAft>
                <a:spcPts val="0"/>
              </a:spcAft>
              <a:buClr>
                <a:schemeClr val="dk1"/>
              </a:buClr>
              <a:buSzPts val="2400"/>
              <a:buChar char="–"/>
            </a:pPr>
            <a:r>
              <a:rPr lang="en-NP"/>
              <a:t>Define problems, gather reactions to proposed solutions, explore feelings and reasons behind differences.</a:t>
            </a:r>
            <a:endParaRPr/>
          </a:p>
          <a:p>
            <a:pPr indent="-246888" lvl="1" marL="612648" rtl="0" algn="l">
              <a:lnSpc>
                <a:spcPct val="90000"/>
              </a:lnSpc>
              <a:spcBef>
                <a:spcPts val="600"/>
              </a:spcBef>
              <a:spcAft>
                <a:spcPts val="0"/>
              </a:spcAft>
              <a:buClr>
                <a:schemeClr val="dk1"/>
              </a:buClr>
              <a:buSzPts val="2400"/>
              <a:buChar char="–"/>
            </a:pPr>
            <a:r>
              <a:rPr lang="en-NP"/>
              <a:t>Difficult to recruit, questionable reliability if hiring go wrong.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1"/>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Requirement Gathering Techniques</a:t>
            </a:r>
            <a:endParaRPr/>
          </a:p>
        </p:txBody>
      </p:sp>
      <p:sp>
        <p:nvSpPr>
          <p:cNvPr id="268" name="Google Shape;268;p21"/>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NP">
                <a:extLst>
                  <a:ext uri="http://customooxmlschemas.google.com/">
                    <go:slidesCustomData xmlns:go="http://customooxmlschemas.google.com/" textRoundtripDataId="1"/>
                  </a:ext>
                </a:extLst>
              </a:rPr>
              <a:t>Brainstroming</a:t>
            </a:r>
            <a:endParaRPr/>
          </a:p>
          <a:p>
            <a:pPr indent="-246888" lvl="1" marL="612648" rtl="0" algn="l">
              <a:lnSpc>
                <a:spcPct val="90000"/>
              </a:lnSpc>
              <a:spcBef>
                <a:spcPts val="600"/>
              </a:spcBef>
              <a:spcAft>
                <a:spcPts val="0"/>
              </a:spcAft>
              <a:buClr>
                <a:schemeClr val="dk1"/>
              </a:buClr>
              <a:buSzPts val="2400"/>
              <a:buChar char="–"/>
            </a:pPr>
            <a:r>
              <a:rPr lang="en-NP"/>
              <a:t>This technique is primarily used during the project discovery phase, wherein the project’s requirements are not clearly identified.</a:t>
            </a:r>
            <a:endParaRPr/>
          </a:p>
          <a:p>
            <a:pPr indent="-246888" lvl="1" marL="612648" rtl="0" algn="l">
              <a:lnSpc>
                <a:spcPct val="90000"/>
              </a:lnSpc>
              <a:spcBef>
                <a:spcPts val="600"/>
              </a:spcBef>
              <a:spcAft>
                <a:spcPts val="0"/>
              </a:spcAft>
              <a:buClr>
                <a:schemeClr val="dk1"/>
              </a:buClr>
              <a:buSzPts val="2400"/>
              <a:buChar char="–"/>
            </a:pPr>
            <a:r>
              <a:rPr lang="en-NP"/>
              <a:t>In this session, make sure that you include the stakeholders who are aware of the system and also identify the project needs, benefits and costs incurred.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Requirement Gathering Techniques</a:t>
            </a:r>
            <a:endParaRPr/>
          </a:p>
        </p:txBody>
      </p:sp>
      <p:sp>
        <p:nvSpPr>
          <p:cNvPr id="274" name="Google Shape;274;p22"/>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NP"/>
              <a:t>Interviews – if you need to know something, just ask</a:t>
            </a:r>
            <a:endParaRPr/>
          </a:p>
          <a:p>
            <a:pPr indent="-246888" lvl="1" marL="612648" rtl="0" algn="l">
              <a:lnSpc>
                <a:spcPct val="90000"/>
              </a:lnSpc>
              <a:spcBef>
                <a:spcPts val="600"/>
              </a:spcBef>
              <a:spcAft>
                <a:spcPts val="0"/>
              </a:spcAft>
              <a:buClr>
                <a:schemeClr val="dk1"/>
              </a:buClr>
              <a:buSzPts val="2400"/>
              <a:buChar char="–"/>
            </a:pPr>
            <a:r>
              <a:rPr lang="en-NP"/>
              <a:t>Select people to interview and create schedule</a:t>
            </a:r>
            <a:endParaRPr/>
          </a:p>
          <a:p>
            <a:pPr indent="-246888" lvl="1" marL="612648" rtl="0" algn="l">
              <a:lnSpc>
                <a:spcPct val="90000"/>
              </a:lnSpc>
              <a:spcBef>
                <a:spcPts val="600"/>
              </a:spcBef>
              <a:spcAft>
                <a:spcPts val="0"/>
              </a:spcAft>
              <a:buClr>
                <a:schemeClr val="dk1"/>
              </a:buClr>
              <a:buSzPts val="2400"/>
              <a:buChar char="–"/>
            </a:pPr>
            <a:r>
              <a:rPr lang="en-NP"/>
              <a:t>Design interview questions(open-ended, closed-ended, and probing types of questions).</a:t>
            </a:r>
            <a:endParaRPr/>
          </a:p>
          <a:p>
            <a:pPr indent="-246888" lvl="1" marL="612648" rtl="0" algn="l">
              <a:lnSpc>
                <a:spcPct val="90000"/>
              </a:lnSpc>
              <a:spcBef>
                <a:spcPts val="600"/>
              </a:spcBef>
              <a:spcAft>
                <a:spcPts val="0"/>
              </a:spcAft>
              <a:buClr>
                <a:schemeClr val="dk1"/>
              </a:buClr>
              <a:buSzPts val="2400"/>
              <a:buChar char="–"/>
            </a:pPr>
            <a:r>
              <a:rPr lang="en-NP"/>
              <a:t>Prepare for the interview(Unstructured Vs Structured interview organized in a logical order)</a:t>
            </a:r>
            <a:endParaRPr/>
          </a:p>
          <a:p>
            <a:pPr indent="-246888" lvl="1" marL="612648" rtl="0" algn="l">
              <a:lnSpc>
                <a:spcPct val="90000"/>
              </a:lnSpc>
              <a:spcBef>
                <a:spcPts val="600"/>
              </a:spcBef>
              <a:spcAft>
                <a:spcPts val="0"/>
              </a:spcAft>
              <a:buClr>
                <a:schemeClr val="dk1"/>
              </a:buClr>
              <a:buSzPts val="2400"/>
              <a:buChar char="–"/>
            </a:pPr>
            <a:r>
              <a:rPr lang="en-NP"/>
              <a:t>Conduct the interview</a:t>
            </a:r>
            <a:endParaRPr/>
          </a:p>
          <a:p>
            <a:pPr indent="-246888" lvl="1" marL="612648" rtl="0" algn="l">
              <a:lnSpc>
                <a:spcPct val="90000"/>
              </a:lnSpc>
              <a:spcBef>
                <a:spcPts val="600"/>
              </a:spcBef>
              <a:spcAft>
                <a:spcPts val="0"/>
              </a:spcAft>
              <a:buClr>
                <a:schemeClr val="dk1"/>
              </a:buClr>
              <a:buSzPts val="2400"/>
              <a:buChar char="–"/>
            </a:pPr>
            <a:r>
              <a:rPr lang="en-NP"/>
              <a:t>Follow up after interview – prepare notes and sends to the interviewee for verification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Requirement Gathering Techniques</a:t>
            </a:r>
            <a:endParaRPr/>
          </a:p>
        </p:txBody>
      </p:sp>
      <p:sp>
        <p:nvSpPr>
          <p:cNvPr id="280" name="Google Shape;280;p23"/>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NP"/>
              <a:t>Interviews – Interview Question types</a:t>
            </a:r>
            <a:endParaRPr/>
          </a:p>
          <a:p>
            <a:pPr indent="-246888" lvl="1" marL="612648" rtl="0" algn="l">
              <a:lnSpc>
                <a:spcPct val="90000"/>
              </a:lnSpc>
              <a:spcBef>
                <a:spcPts val="600"/>
              </a:spcBef>
              <a:spcAft>
                <a:spcPts val="0"/>
              </a:spcAft>
              <a:buClr>
                <a:schemeClr val="dk1"/>
              </a:buClr>
              <a:buSzPts val="2400"/>
              <a:buChar char="–"/>
            </a:pPr>
            <a:r>
              <a:rPr b="1" lang="en-NP"/>
              <a:t>Closed Ended Questions- </a:t>
            </a:r>
            <a:r>
              <a:rPr lang="en-NP"/>
              <a:t>Questions that limit the possible answers to a short or specific response or a choice from a limited set. Or can be answer in yes no or specific number.</a:t>
            </a:r>
            <a:endParaRPr/>
          </a:p>
          <a:p>
            <a:pPr indent="-246888" lvl="1" marL="612648" rtl="0" algn="l">
              <a:lnSpc>
                <a:spcPct val="90000"/>
              </a:lnSpc>
              <a:spcBef>
                <a:spcPts val="600"/>
              </a:spcBef>
              <a:spcAft>
                <a:spcPts val="0"/>
              </a:spcAft>
              <a:buClr>
                <a:schemeClr val="dk1"/>
              </a:buClr>
              <a:buSzPts val="2400"/>
              <a:buChar char="–"/>
            </a:pPr>
            <a:r>
              <a:rPr b="1" lang="en-NP"/>
              <a:t>Open Ended Questions- </a:t>
            </a:r>
            <a:r>
              <a:rPr lang="en-NP"/>
              <a:t>Questions can not be answered with a simple yes/no, and instead require the respondent to elaborate on their perspective.</a:t>
            </a:r>
            <a:endParaRPr/>
          </a:p>
          <a:p>
            <a:pPr indent="-246888" lvl="1" marL="612648" rtl="0" algn="l">
              <a:lnSpc>
                <a:spcPct val="90000"/>
              </a:lnSpc>
              <a:spcBef>
                <a:spcPts val="600"/>
              </a:spcBef>
              <a:spcAft>
                <a:spcPts val="0"/>
              </a:spcAft>
              <a:buClr>
                <a:schemeClr val="dk1"/>
              </a:buClr>
              <a:buSzPts val="2400"/>
              <a:buChar char="–"/>
            </a:pPr>
            <a:r>
              <a:rPr b="1" lang="en-NP"/>
              <a:t>Probe questions</a:t>
            </a:r>
            <a:r>
              <a:rPr lang="en-NP"/>
              <a:t>: typically open-ended, meaning there is more than just one response. Most probing questions begin with 'what,' 'why' or 'how.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Requirement Gathering Techniques</a:t>
            </a:r>
            <a:endParaRPr/>
          </a:p>
        </p:txBody>
      </p:sp>
      <p:sp>
        <p:nvSpPr>
          <p:cNvPr id="286" name="Google Shape;286;p24"/>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NP"/>
              <a:t>Workshop or Joint Application Development(JAD)</a:t>
            </a:r>
            <a:endParaRPr/>
          </a:p>
          <a:p>
            <a:pPr indent="-246888" lvl="1" marL="612648" rtl="0" algn="l">
              <a:lnSpc>
                <a:spcPct val="90000"/>
              </a:lnSpc>
              <a:spcBef>
                <a:spcPts val="600"/>
              </a:spcBef>
              <a:spcAft>
                <a:spcPts val="0"/>
              </a:spcAft>
              <a:buClr>
                <a:schemeClr val="dk1"/>
              </a:buClr>
              <a:buSzPts val="2400"/>
              <a:buChar char="–"/>
            </a:pPr>
            <a:r>
              <a:rPr lang="en-NP"/>
              <a:t>JAD is a methodology that involves bringing together stakeholders, developers and end users in collaborative workshops to design and develop computer applications that solve real world problems. </a:t>
            </a:r>
            <a:endParaRPr/>
          </a:p>
          <a:p>
            <a:pPr indent="-246888" lvl="1" marL="612648" rtl="0" algn="l">
              <a:lnSpc>
                <a:spcPct val="90000"/>
              </a:lnSpc>
              <a:spcBef>
                <a:spcPts val="600"/>
              </a:spcBef>
              <a:spcAft>
                <a:spcPts val="0"/>
              </a:spcAft>
              <a:buClr>
                <a:schemeClr val="dk1"/>
              </a:buClr>
              <a:buSzPts val="2400"/>
              <a:buChar char="–"/>
            </a:pPr>
            <a:r>
              <a:rPr lang="en-NP"/>
              <a:t>Typically workshop organized in neutral locations</a:t>
            </a:r>
            <a:endParaRPr/>
          </a:p>
          <a:p>
            <a:pPr indent="-246888" lvl="1" marL="612648" rtl="0" algn="l">
              <a:lnSpc>
                <a:spcPct val="90000"/>
              </a:lnSpc>
              <a:spcBef>
                <a:spcPts val="600"/>
              </a:spcBef>
              <a:spcAft>
                <a:spcPts val="0"/>
              </a:spcAft>
              <a:buClr>
                <a:schemeClr val="dk1"/>
              </a:buClr>
              <a:buSzPts val="2400"/>
              <a:buChar char="–"/>
            </a:pPr>
            <a:r>
              <a:rPr lang="en-NP"/>
              <a:t>Workshop for 10-20 users at a time</a:t>
            </a:r>
            <a:endParaRPr/>
          </a:p>
          <a:p>
            <a:pPr indent="-246888" lvl="1" marL="612648" rtl="0" algn="l">
              <a:lnSpc>
                <a:spcPct val="90000"/>
              </a:lnSpc>
              <a:spcBef>
                <a:spcPts val="600"/>
              </a:spcBef>
              <a:spcAft>
                <a:spcPts val="0"/>
              </a:spcAft>
              <a:buClr>
                <a:schemeClr val="dk1"/>
              </a:buClr>
              <a:buSzPts val="2400"/>
              <a:buChar char="–"/>
            </a:pPr>
            <a:r>
              <a:rPr lang="en-NP"/>
              <a:t>Identify the underlying issues and stakeholders responsible for resolving them.</a:t>
            </a:r>
            <a:endParaRPr/>
          </a:p>
          <a:p>
            <a:pPr indent="-94488" lvl="1" marL="612648" rtl="0" algn="l">
              <a:lnSpc>
                <a:spcPct val="90000"/>
              </a:lnSpc>
              <a:spcBef>
                <a:spcPts val="600"/>
              </a:spcBef>
              <a:spcAft>
                <a:spcPts val="0"/>
              </a:spcAft>
              <a:buClr>
                <a:schemeClr val="dk1"/>
              </a:buClr>
              <a:buSzPts val="24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Requirement Gathering Techniques</a:t>
            </a:r>
            <a:endParaRPr/>
          </a:p>
        </p:txBody>
      </p:sp>
      <p:sp>
        <p:nvSpPr>
          <p:cNvPr id="292" name="Google Shape;292;p25"/>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NP"/>
              <a:t>Shadowing/Observation</a:t>
            </a:r>
            <a:endParaRPr/>
          </a:p>
          <a:p>
            <a:pPr indent="-246888" lvl="1" marL="612648" rtl="0" algn="l">
              <a:lnSpc>
                <a:spcPct val="90000"/>
              </a:lnSpc>
              <a:spcBef>
                <a:spcPts val="600"/>
              </a:spcBef>
              <a:spcAft>
                <a:spcPts val="0"/>
              </a:spcAft>
              <a:buClr>
                <a:schemeClr val="dk1"/>
              </a:buClr>
              <a:buSzPts val="2400"/>
              <a:buChar char="–"/>
            </a:pPr>
            <a:r>
              <a:rPr lang="en-NP"/>
              <a:t>Shadowing the client for a couple of days seems helpful in understanding the office environment, current system design, and processes in place, recording the user behavior and understanding the underlying needs based on the problems in the current process.</a:t>
            </a:r>
            <a:endParaRPr/>
          </a:p>
          <a:p>
            <a:pPr indent="-246888" lvl="1" marL="612648" rtl="0" algn="l">
              <a:lnSpc>
                <a:spcPct val="90000"/>
              </a:lnSpc>
              <a:spcBef>
                <a:spcPts val="600"/>
              </a:spcBef>
              <a:spcAft>
                <a:spcPts val="0"/>
              </a:spcAft>
              <a:buClr>
                <a:schemeClr val="dk1"/>
              </a:buClr>
              <a:buSzPts val="2400"/>
              <a:buChar char="–"/>
            </a:pPr>
            <a:r>
              <a:rPr lang="en-NP"/>
              <a:t>Users/Managers often don’t remember everything they do</a:t>
            </a:r>
            <a:endParaRPr/>
          </a:p>
          <a:p>
            <a:pPr indent="-246888" lvl="1" marL="612648" rtl="0" algn="l">
              <a:lnSpc>
                <a:spcPct val="90000"/>
              </a:lnSpc>
              <a:spcBef>
                <a:spcPts val="600"/>
              </a:spcBef>
              <a:spcAft>
                <a:spcPts val="0"/>
              </a:spcAft>
              <a:buClr>
                <a:schemeClr val="dk1"/>
              </a:buClr>
              <a:buSzPts val="2400"/>
              <a:buChar char="–"/>
            </a:pPr>
            <a:r>
              <a:rPr lang="en-NP"/>
              <a:t>Behavours may change when people are watched </a:t>
            </a:r>
            <a:endParaRPr/>
          </a:p>
          <a:p>
            <a:pPr indent="-246888" lvl="2" marL="978408" rtl="0" algn="l">
              <a:lnSpc>
                <a:spcPct val="90000"/>
              </a:lnSpc>
              <a:spcBef>
                <a:spcPts val="600"/>
              </a:spcBef>
              <a:spcAft>
                <a:spcPts val="0"/>
              </a:spcAft>
              <a:buClr>
                <a:schemeClr val="dk1"/>
              </a:buClr>
              <a:buSzPts val="2000"/>
              <a:buChar char="›"/>
            </a:pPr>
            <a:r>
              <a:rPr lang="en-NP"/>
              <a:t>Workers tend to be very careful when watched </a:t>
            </a:r>
            <a:endParaRPr/>
          </a:p>
          <a:p>
            <a:pPr indent="-246888" lvl="2" marL="978408" rtl="0" algn="l">
              <a:lnSpc>
                <a:spcPct val="90000"/>
              </a:lnSpc>
              <a:spcBef>
                <a:spcPts val="600"/>
              </a:spcBef>
              <a:spcAft>
                <a:spcPts val="0"/>
              </a:spcAft>
              <a:buClr>
                <a:schemeClr val="dk1"/>
              </a:buClr>
              <a:buSzPts val="2000"/>
              <a:buChar char="›"/>
            </a:pPr>
            <a:r>
              <a:rPr lang="en-NP"/>
              <a:t>Keep a low profile</a:t>
            </a:r>
            <a:endParaRPr/>
          </a:p>
          <a:p>
            <a:pPr indent="-246888" lvl="2" marL="978408" rtl="0" algn="l">
              <a:lnSpc>
                <a:spcPct val="90000"/>
              </a:lnSpc>
              <a:spcBef>
                <a:spcPts val="600"/>
              </a:spcBef>
              <a:spcAft>
                <a:spcPts val="0"/>
              </a:spcAft>
              <a:buClr>
                <a:schemeClr val="dk1"/>
              </a:buClr>
              <a:buSzPts val="2000"/>
              <a:buChar char="›"/>
            </a:pPr>
            <a:r>
              <a:rPr lang="en-NP"/>
              <a:t>Try not to interrupt or influence workers</a:t>
            </a:r>
            <a:endParaRPr/>
          </a:p>
          <a:p>
            <a:pPr indent="-246888" lvl="1" marL="612648" rtl="0" algn="l">
              <a:lnSpc>
                <a:spcPct val="90000"/>
              </a:lnSpc>
              <a:spcBef>
                <a:spcPts val="600"/>
              </a:spcBef>
              <a:spcAft>
                <a:spcPts val="0"/>
              </a:spcAft>
              <a:buClr>
                <a:schemeClr val="dk1"/>
              </a:buClr>
              <a:buSzPts val="2400"/>
              <a:buChar char="–"/>
            </a:pPr>
            <a:r>
              <a:rPr lang="en-NP"/>
              <a:t>Be careful  not to ignore periodic activities – weekly, monthly and anually</a:t>
            </a:r>
            <a:endParaRPr/>
          </a:p>
          <a:p>
            <a:pPr indent="-94488" lvl="1" marL="612648" rtl="0" algn="l">
              <a:lnSpc>
                <a:spcPct val="90000"/>
              </a:lnSpc>
              <a:spcBef>
                <a:spcPts val="600"/>
              </a:spcBef>
              <a:spcAft>
                <a:spcPts val="0"/>
              </a:spcAft>
              <a:buClr>
                <a:schemeClr val="dk1"/>
              </a:buClr>
              <a:buSzPts val="24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Requirement Gathering Techniques</a:t>
            </a:r>
            <a:endParaRPr/>
          </a:p>
        </p:txBody>
      </p:sp>
      <p:sp>
        <p:nvSpPr>
          <p:cNvPr id="298" name="Google Shape;298;p26"/>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lnSpcReduction="10000"/>
          </a:bodyPr>
          <a:lstStyle/>
          <a:p>
            <a:pPr indent="-246888" lvl="0" marL="246888" rtl="0" algn="l">
              <a:lnSpc>
                <a:spcPct val="90000"/>
              </a:lnSpc>
              <a:spcBef>
                <a:spcPts val="0"/>
              </a:spcBef>
              <a:spcAft>
                <a:spcPts val="0"/>
              </a:spcAft>
              <a:buClr>
                <a:schemeClr val="dk1"/>
              </a:buClr>
              <a:buSzPts val="2800"/>
              <a:buChar char="›"/>
            </a:pPr>
            <a:r>
              <a:rPr b="1" lang="en-NP"/>
              <a:t>Document Analysis</a:t>
            </a:r>
            <a:endParaRPr/>
          </a:p>
          <a:p>
            <a:pPr indent="-246888" lvl="1" marL="612648" rtl="0" algn="l">
              <a:lnSpc>
                <a:spcPct val="90000"/>
              </a:lnSpc>
              <a:spcBef>
                <a:spcPts val="600"/>
              </a:spcBef>
              <a:spcAft>
                <a:spcPts val="0"/>
              </a:spcAft>
              <a:buClr>
                <a:schemeClr val="dk1"/>
              </a:buClr>
              <a:buSzPts val="2400"/>
              <a:buChar char="–"/>
            </a:pPr>
            <a:r>
              <a:rPr lang="en-NP"/>
              <a:t>In this technique, a business analyst collects the existing documents for a deeper analysis. The benefits of using document analysis are :</a:t>
            </a:r>
            <a:endParaRPr/>
          </a:p>
          <a:p>
            <a:pPr indent="-246888" lvl="2" marL="978408" rtl="0" algn="l">
              <a:lnSpc>
                <a:spcPct val="90000"/>
              </a:lnSpc>
              <a:spcBef>
                <a:spcPts val="600"/>
              </a:spcBef>
              <a:spcAft>
                <a:spcPts val="0"/>
              </a:spcAft>
              <a:buClr>
                <a:schemeClr val="dk1"/>
              </a:buClr>
              <a:buSzPts val="2000"/>
              <a:buChar char="›"/>
            </a:pPr>
            <a:r>
              <a:rPr lang="en-NP"/>
              <a:t>Helps identify key stakeholders</a:t>
            </a:r>
            <a:endParaRPr/>
          </a:p>
          <a:p>
            <a:pPr indent="-246888" lvl="2" marL="978408" rtl="0" algn="l">
              <a:lnSpc>
                <a:spcPct val="90000"/>
              </a:lnSpc>
              <a:spcBef>
                <a:spcPts val="600"/>
              </a:spcBef>
              <a:spcAft>
                <a:spcPts val="0"/>
              </a:spcAft>
              <a:buClr>
                <a:schemeClr val="dk1"/>
              </a:buClr>
              <a:buSzPts val="2000"/>
              <a:buChar char="›"/>
            </a:pPr>
            <a:r>
              <a:rPr lang="en-NP"/>
              <a:t>Helps prepare the right set of questions for follow up meetings and workshops</a:t>
            </a:r>
            <a:endParaRPr/>
          </a:p>
          <a:p>
            <a:pPr indent="-246888" lvl="2" marL="978408" rtl="0" algn="l">
              <a:lnSpc>
                <a:spcPct val="90000"/>
              </a:lnSpc>
              <a:spcBef>
                <a:spcPts val="600"/>
              </a:spcBef>
              <a:spcAft>
                <a:spcPts val="0"/>
              </a:spcAft>
              <a:buClr>
                <a:schemeClr val="dk1"/>
              </a:buClr>
              <a:buSzPts val="2000"/>
              <a:buChar char="›"/>
            </a:pPr>
            <a:r>
              <a:rPr lang="en-NP"/>
              <a:t>It helps understand the existing process in place</a:t>
            </a:r>
            <a:endParaRPr/>
          </a:p>
          <a:p>
            <a:pPr indent="-246888" lvl="2" marL="978408" rtl="0" algn="l">
              <a:lnSpc>
                <a:spcPct val="90000"/>
              </a:lnSpc>
              <a:spcBef>
                <a:spcPts val="600"/>
              </a:spcBef>
              <a:spcAft>
                <a:spcPts val="0"/>
              </a:spcAft>
              <a:buClr>
                <a:schemeClr val="dk1"/>
              </a:buClr>
              <a:buSzPts val="2000"/>
              <a:buChar char="›"/>
            </a:pPr>
            <a:r>
              <a:rPr lang="en-NP"/>
              <a:t>It helps find the missing information and redundant processes that could be fixed</a:t>
            </a:r>
            <a:endParaRPr/>
          </a:p>
          <a:p>
            <a:pPr indent="-246888" lvl="2" marL="978408" rtl="0" algn="l">
              <a:lnSpc>
                <a:spcPct val="90000"/>
              </a:lnSpc>
              <a:spcBef>
                <a:spcPts val="600"/>
              </a:spcBef>
              <a:spcAft>
                <a:spcPts val="0"/>
              </a:spcAft>
              <a:buClr>
                <a:schemeClr val="dk1"/>
              </a:buClr>
              <a:buSzPts val="2000"/>
              <a:buChar char="›"/>
            </a:pPr>
            <a:r>
              <a:rPr lang="en-NP"/>
              <a:t>It helps in understanding the unclear requirements that might be stated by stakeholders.	</a:t>
            </a:r>
            <a:endParaRPr/>
          </a:p>
          <a:p>
            <a:pPr indent="-246888" lvl="1" marL="612648" rtl="0" algn="l">
              <a:lnSpc>
                <a:spcPct val="90000"/>
              </a:lnSpc>
              <a:spcBef>
                <a:spcPts val="600"/>
              </a:spcBef>
              <a:spcAft>
                <a:spcPts val="0"/>
              </a:spcAft>
              <a:buClr>
                <a:schemeClr val="dk1"/>
              </a:buClr>
              <a:buSzPts val="2400"/>
              <a:buChar char="–"/>
            </a:pPr>
            <a:r>
              <a:rPr lang="en-NP"/>
              <a:t>Review typical user documents: Forms, reports, policy manuals</a:t>
            </a:r>
            <a:endParaRPr/>
          </a:p>
          <a:p>
            <a:pPr indent="-246888" lvl="1" marL="612648" rtl="0" algn="l">
              <a:lnSpc>
                <a:spcPct val="90000"/>
              </a:lnSpc>
              <a:spcBef>
                <a:spcPts val="600"/>
              </a:spcBef>
              <a:spcAft>
                <a:spcPts val="0"/>
              </a:spcAft>
              <a:buClr>
                <a:schemeClr val="dk1"/>
              </a:buClr>
              <a:buSzPts val="2400"/>
              <a:buChar char="–"/>
            </a:pPr>
            <a:r>
              <a:rPr lang="en-NP"/>
              <a:t>Review technical docuemnts if available; </a:t>
            </a:r>
            <a:endParaRPr/>
          </a:p>
          <a:p>
            <a:pPr indent="-246888" lvl="1" marL="612648" rtl="0" algn="l">
              <a:lnSpc>
                <a:spcPct val="90000"/>
              </a:lnSpc>
              <a:spcBef>
                <a:spcPts val="600"/>
              </a:spcBef>
              <a:spcAft>
                <a:spcPts val="0"/>
              </a:spcAft>
              <a:buClr>
                <a:schemeClr val="dk1"/>
              </a:buClr>
              <a:buSzPts val="2400"/>
              <a:buChar char="–"/>
            </a:pPr>
            <a:r>
              <a:rPr lang="en-NP"/>
              <a:t>Look for unused elements</a:t>
            </a:r>
            <a:endParaRPr/>
          </a:p>
          <a:p>
            <a:pPr indent="-94488" lvl="1" marL="612648" rtl="0" algn="l">
              <a:lnSpc>
                <a:spcPct val="90000"/>
              </a:lnSpc>
              <a:spcBef>
                <a:spcPts val="600"/>
              </a:spcBef>
              <a:spcAft>
                <a:spcPts val="0"/>
              </a:spcAft>
              <a:buClr>
                <a:schemeClr val="dk1"/>
              </a:buClr>
              <a:buSzPts val="24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7"/>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Requirement Gathering Techniques</a:t>
            </a:r>
            <a:endParaRPr/>
          </a:p>
        </p:txBody>
      </p:sp>
      <p:sp>
        <p:nvSpPr>
          <p:cNvPr id="304" name="Google Shape;304;p27"/>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b="1" lang="en-NP"/>
              <a:t>Surveys/Questionnaire</a:t>
            </a:r>
            <a:endParaRPr/>
          </a:p>
          <a:p>
            <a:pPr indent="-246888" lvl="1" marL="612648" rtl="0" algn="l">
              <a:lnSpc>
                <a:spcPct val="90000"/>
              </a:lnSpc>
              <a:spcBef>
                <a:spcPts val="600"/>
              </a:spcBef>
              <a:spcAft>
                <a:spcPts val="0"/>
              </a:spcAft>
              <a:buClr>
                <a:schemeClr val="dk1"/>
              </a:buClr>
              <a:buSzPts val="2400"/>
              <a:buChar char="–"/>
            </a:pPr>
            <a:r>
              <a:rPr lang="en-NP"/>
              <a:t>Surveys seem like a viable option to send out to various people and record their responses based on the project requirement:</a:t>
            </a:r>
            <a:endParaRPr/>
          </a:p>
          <a:p>
            <a:pPr indent="-246888" lvl="2" marL="978408" rtl="0" algn="l">
              <a:lnSpc>
                <a:spcPct val="90000"/>
              </a:lnSpc>
              <a:spcBef>
                <a:spcPts val="600"/>
              </a:spcBef>
              <a:spcAft>
                <a:spcPts val="0"/>
              </a:spcAft>
              <a:buClr>
                <a:schemeClr val="dk1"/>
              </a:buClr>
              <a:buSzPts val="2000"/>
              <a:buChar char="›"/>
            </a:pPr>
            <a:r>
              <a:rPr lang="en-NP"/>
              <a:t>Valuable when	time is limited and the focus group is enormous.</a:t>
            </a:r>
            <a:endParaRPr/>
          </a:p>
          <a:p>
            <a:pPr indent="-246888" lvl="2" marL="978408" rtl="0" algn="l">
              <a:lnSpc>
                <a:spcPct val="90000"/>
              </a:lnSpc>
              <a:spcBef>
                <a:spcPts val="600"/>
              </a:spcBef>
              <a:spcAft>
                <a:spcPts val="0"/>
              </a:spcAft>
              <a:buClr>
                <a:schemeClr val="dk1"/>
              </a:buClr>
              <a:buSzPts val="2000"/>
              <a:buChar char="›"/>
            </a:pPr>
            <a:r>
              <a:rPr lang="en-NP"/>
              <a:t>Stakeholders donot reside in the same location and may be in different time zones, so scheduling an interview or workshop with entire group may be seemingly challenging to execute</a:t>
            </a:r>
            <a:endParaRPr/>
          </a:p>
          <a:p>
            <a:pPr indent="-246888" lvl="2" marL="978408" rtl="0" algn="l">
              <a:lnSpc>
                <a:spcPct val="90000"/>
              </a:lnSpc>
              <a:spcBef>
                <a:spcPts val="600"/>
              </a:spcBef>
              <a:spcAft>
                <a:spcPts val="0"/>
              </a:spcAft>
              <a:buClr>
                <a:schemeClr val="dk1"/>
              </a:buClr>
              <a:buSzPts val="2000"/>
              <a:buChar char="›"/>
            </a:pPr>
            <a:r>
              <a:rPr lang="en-NP"/>
              <a:t>It helps avoiding repeating the same questions and investing extra time to gather input on feedback and feature enhancement.</a:t>
            </a:r>
            <a:endParaRPr/>
          </a:p>
          <a:p>
            <a:pPr indent="-246888" lvl="1" marL="612648" rtl="0" algn="l">
              <a:lnSpc>
                <a:spcPct val="90000"/>
              </a:lnSpc>
              <a:spcBef>
                <a:spcPts val="600"/>
              </a:spcBef>
              <a:spcAft>
                <a:spcPts val="0"/>
              </a:spcAft>
              <a:buClr>
                <a:schemeClr val="dk1"/>
              </a:buClr>
              <a:buSzPts val="2400"/>
              <a:buChar char="–"/>
            </a:pPr>
            <a:r>
              <a:rPr lang="en-NP"/>
              <a:t>Steps to questionnaire</a:t>
            </a:r>
            <a:endParaRPr/>
          </a:p>
          <a:p>
            <a:pPr indent="-246888" lvl="2" marL="978408" rtl="0" algn="l">
              <a:lnSpc>
                <a:spcPct val="90000"/>
              </a:lnSpc>
              <a:spcBef>
                <a:spcPts val="600"/>
              </a:spcBef>
              <a:spcAft>
                <a:spcPts val="0"/>
              </a:spcAft>
              <a:buClr>
                <a:schemeClr val="dk1"/>
              </a:buClr>
              <a:buSzPts val="2000"/>
              <a:buChar char="›"/>
            </a:pPr>
            <a:r>
              <a:rPr lang="en-NP"/>
              <a:t>Select participants</a:t>
            </a:r>
            <a:endParaRPr/>
          </a:p>
          <a:p>
            <a:pPr indent="-246888" lvl="2" marL="978408" rtl="0" algn="l">
              <a:lnSpc>
                <a:spcPct val="90000"/>
              </a:lnSpc>
              <a:spcBef>
                <a:spcPts val="600"/>
              </a:spcBef>
              <a:spcAft>
                <a:spcPts val="0"/>
              </a:spcAft>
              <a:buClr>
                <a:schemeClr val="dk1"/>
              </a:buClr>
              <a:buSzPts val="2000"/>
              <a:buChar char="›"/>
            </a:pPr>
            <a:r>
              <a:rPr lang="en-NP"/>
              <a:t>Designing the questionnaire – remove ambiguities</a:t>
            </a:r>
            <a:endParaRPr/>
          </a:p>
          <a:p>
            <a:pPr indent="-246888" lvl="2" marL="978408" rtl="0" algn="l">
              <a:lnSpc>
                <a:spcPct val="90000"/>
              </a:lnSpc>
              <a:spcBef>
                <a:spcPts val="600"/>
              </a:spcBef>
              <a:spcAft>
                <a:spcPts val="0"/>
              </a:spcAft>
              <a:buClr>
                <a:schemeClr val="dk1"/>
              </a:buClr>
              <a:buSzPts val="2000"/>
              <a:buChar char="›"/>
            </a:pPr>
            <a:r>
              <a:rPr lang="en-NP"/>
              <a:t>Administering the questionnaire – get good response rate; offer incentives</a:t>
            </a:r>
            <a:endParaRPr/>
          </a:p>
          <a:p>
            <a:pPr indent="-246888" lvl="2" marL="978408" rtl="0" algn="l">
              <a:lnSpc>
                <a:spcPct val="90000"/>
              </a:lnSpc>
              <a:spcBef>
                <a:spcPts val="600"/>
              </a:spcBef>
              <a:spcAft>
                <a:spcPts val="0"/>
              </a:spcAft>
              <a:buClr>
                <a:schemeClr val="dk1"/>
              </a:buClr>
              <a:buSzPts val="2000"/>
              <a:buChar char="›"/>
            </a:pPr>
            <a:r>
              <a:rPr lang="en-NP"/>
              <a:t>Questionnnaire follow-up; send results to participants; send a thank you</a:t>
            </a:r>
            <a:endParaRPr/>
          </a:p>
          <a:p>
            <a:pPr indent="-119888" lvl="2" marL="978408" rtl="0" algn="l">
              <a:lnSpc>
                <a:spcPct val="90000"/>
              </a:lnSpc>
              <a:spcBef>
                <a:spcPts val="600"/>
              </a:spcBef>
              <a:spcAft>
                <a:spcPts val="0"/>
              </a:spcAft>
              <a:buClr>
                <a:schemeClr val="dk1"/>
              </a:buClr>
              <a:buSzPts val="2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8"/>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Requirement Gathering Techniques</a:t>
            </a:r>
            <a:endParaRPr/>
          </a:p>
        </p:txBody>
      </p:sp>
      <p:sp>
        <p:nvSpPr>
          <p:cNvPr id="310" name="Google Shape;310;p28"/>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fontScale="85000" lnSpcReduction="20000"/>
          </a:bodyPr>
          <a:lstStyle/>
          <a:p>
            <a:pPr indent="-246888" lvl="0" marL="246888" rtl="0" algn="l">
              <a:lnSpc>
                <a:spcPct val="90000"/>
              </a:lnSpc>
              <a:spcBef>
                <a:spcPts val="0"/>
              </a:spcBef>
              <a:spcAft>
                <a:spcPts val="0"/>
              </a:spcAft>
              <a:buClr>
                <a:schemeClr val="dk1"/>
              </a:buClr>
              <a:buSzPct val="100000"/>
              <a:buChar char="›"/>
            </a:pPr>
            <a:r>
              <a:rPr b="1" lang="en-NP"/>
              <a:t>Prototypeing and wireframing</a:t>
            </a:r>
            <a:endParaRPr/>
          </a:p>
          <a:p>
            <a:pPr indent="-246888" lvl="1" marL="612648" rtl="0" algn="l">
              <a:lnSpc>
                <a:spcPct val="120000"/>
              </a:lnSpc>
              <a:spcBef>
                <a:spcPts val="600"/>
              </a:spcBef>
              <a:spcAft>
                <a:spcPts val="0"/>
              </a:spcAft>
              <a:buClr>
                <a:schemeClr val="dk1"/>
              </a:buClr>
              <a:buSzPct val="100000"/>
              <a:buChar char="–"/>
            </a:pPr>
            <a:r>
              <a:rPr lang="en-NP"/>
              <a:t>Visual techniques used in the process of designing and building software, apps and website</a:t>
            </a:r>
            <a:endParaRPr/>
          </a:p>
          <a:p>
            <a:pPr indent="-246888" lvl="1" marL="612648" rtl="0" algn="l">
              <a:lnSpc>
                <a:spcPct val="120000"/>
              </a:lnSpc>
              <a:spcBef>
                <a:spcPts val="600"/>
              </a:spcBef>
              <a:spcAft>
                <a:spcPts val="0"/>
              </a:spcAft>
              <a:buClr>
                <a:schemeClr val="dk1"/>
              </a:buClr>
              <a:buSzPct val="100000"/>
              <a:buChar char="–"/>
            </a:pPr>
            <a:r>
              <a:rPr lang="en-NP"/>
              <a:t>Wireframing is basic sketch of blueprint that shows how the system or website will look and function, while a prototype is a more detailed and interactive model of the system that explains how it will behave and function</a:t>
            </a:r>
            <a:endParaRPr/>
          </a:p>
          <a:p>
            <a:pPr indent="-246888" lvl="1" marL="612648" rtl="0" algn="l">
              <a:lnSpc>
                <a:spcPct val="120000"/>
              </a:lnSpc>
              <a:spcBef>
                <a:spcPts val="600"/>
              </a:spcBef>
              <a:spcAft>
                <a:spcPts val="0"/>
              </a:spcAft>
              <a:buClr>
                <a:schemeClr val="dk1"/>
              </a:buClr>
              <a:buSzPct val="100000"/>
              <a:buChar char="–"/>
            </a:pPr>
            <a:r>
              <a:rPr lang="en-NP"/>
              <a:t>The purpose of these techniques is to help both the business team and the end users visualize and understand the requirements and expectations of the system, identify potential issues or areas for improvement, and ensure that the final product is user friendly, effective, and efficient.</a:t>
            </a:r>
            <a:endParaRPr/>
          </a:p>
          <a:p>
            <a:pPr indent="-246888" lvl="1" marL="612648" rtl="0" algn="l">
              <a:lnSpc>
                <a:spcPct val="120000"/>
              </a:lnSpc>
              <a:spcBef>
                <a:spcPts val="600"/>
              </a:spcBef>
              <a:spcAft>
                <a:spcPts val="0"/>
              </a:spcAft>
              <a:buClr>
                <a:schemeClr val="dk1"/>
              </a:buClr>
              <a:buSzPct val="100000"/>
              <a:buChar char="–"/>
            </a:pPr>
            <a:r>
              <a:rPr lang="en-NP"/>
              <a:t>Eliminate any confusions or assumptions</a:t>
            </a:r>
            <a:endParaRPr/>
          </a:p>
          <a:p>
            <a:pPr indent="-246888" lvl="1" marL="612648" rtl="0" algn="l">
              <a:lnSpc>
                <a:spcPct val="120000"/>
              </a:lnSpc>
              <a:spcBef>
                <a:spcPts val="600"/>
              </a:spcBef>
              <a:spcAft>
                <a:spcPts val="0"/>
              </a:spcAft>
              <a:buClr>
                <a:schemeClr val="dk1"/>
              </a:buClr>
              <a:buSzPct val="100000"/>
              <a:buChar char="–"/>
            </a:pPr>
            <a:r>
              <a:rPr lang="en-NP"/>
              <a:t>Easier to capture and identify missing requirements; actively stakeholders suggestions increases efficiency </a:t>
            </a:r>
            <a:endParaRPr/>
          </a:p>
          <a:p>
            <a:pPr indent="-246888" lvl="1" marL="612648" rtl="0" algn="l">
              <a:lnSpc>
                <a:spcPct val="120000"/>
              </a:lnSpc>
              <a:spcBef>
                <a:spcPts val="600"/>
              </a:spcBef>
              <a:spcAft>
                <a:spcPts val="0"/>
              </a:spcAft>
              <a:buClr>
                <a:schemeClr val="dk1"/>
              </a:buClr>
              <a:buSzPct val="100000"/>
              <a:buChar char="–"/>
            </a:pPr>
            <a:r>
              <a:rPr lang="en-NP"/>
              <a:t>Allows users to see how the model will work once the project is executed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9"/>
          <p:cNvSpPr txBox="1"/>
          <p:nvPr>
            <p:ph type="title"/>
          </p:nvPr>
        </p:nvSpPr>
        <p:spPr>
          <a:xfrm>
            <a:off x="1593436" y="177800"/>
            <a:ext cx="4140936" cy="1883048"/>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343F49"/>
              </a:buClr>
              <a:buSzPct val="100000"/>
              <a:buFont typeface="Arial"/>
              <a:buNone/>
            </a:pPr>
            <a:r>
              <a:rPr lang="en-NP"/>
              <a:t>Developing the Requirements definition statement</a:t>
            </a:r>
            <a:endParaRPr/>
          </a:p>
        </p:txBody>
      </p:sp>
      <p:sp>
        <p:nvSpPr>
          <p:cNvPr id="316" name="Google Shape;316;p29"/>
          <p:cNvSpPr txBox="1"/>
          <p:nvPr>
            <p:ph idx="1" type="body"/>
          </p:nvPr>
        </p:nvSpPr>
        <p:spPr>
          <a:xfrm>
            <a:off x="1593436" y="2204864"/>
            <a:ext cx="4500976" cy="4003390"/>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A requirements definition statement is a document that defines the functional, technical, and operational, non-functional requirements of a project. Its created during the requirements analysis phase of a project.</a:t>
            </a:r>
            <a:endParaRPr/>
          </a:p>
        </p:txBody>
      </p:sp>
      <p:sp>
        <p:nvSpPr>
          <p:cNvPr id="317" name="Google Shape;317;p29"/>
          <p:cNvSpPr txBox="1"/>
          <p:nvPr/>
        </p:nvSpPr>
        <p:spPr>
          <a:xfrm>
            <a:off x="8603226" y="3048000"/>
            <a:ext cx="2243714" cy="10290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318" name="Google Shape;318;p29"/>
          <p:cNvPicPr preferRelativeResize="0"/>
          <p:nvPr/>
        </p:nvPicPr>
        <p:blipFill rotWithShape="1">
          <a:blip r:embed="rId3">
            <a:alphaModFix/>
          </a:blip>
          <a:srcRect b="0" l="0" r="0" t="0"/>
          <a:stretch/>
        </p:blipFill>
        <p:spPr>
          <a:xfrm>
            <a:off x="6094412" y="0"/>
            <a:ext cx="5816074" cy="6858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0"/>
          <p:cNvSpPr txBox="1"/>
          <p:nvPr>
            <p:ph type="title"/>
          </p:nvPr>
        </p:nvSpPr>
        <p:spPr>
          <a:xfrm>
            <a:off x="1593436" y="177800"/>
            <a:ext cx="10189608" cy="73092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343F49"/>
              </a:buClr>
              <a:buSzPct val="100000"/>
              <a:buFont typeface="Arial"/>
              <a:buNone/>
            </a:pPr>
            <a:r>
              <a:rPr lang="en-NP"/>
              <a:t>Developing the Requirements definition statement</a:t>
            </a:r>
            <a:endParaRPr/>
          </a:p>
        </p:txBody>
      </p:sp>
      <p:sp>
        <p:nvSpPr>
          <p:cNvPr id="324" name="Google Shape;324;p30"/>
          <p:cNvSpPr txBox="1"/>
          <p:nvPr>
            <p:ph idx="1" type="body"/>
          </p:nvPr>
        </p:nvSpPr>
        <p:spPr>
          <a:xfrm>
            <a:off x="1593436" y="1046304"/>
            <a:ext cx="10189608" cy="5633895"/>
          </a:xfrm>
          <a:prstGeom prst="rect">
            <a:avLst/>
          </a:prstGeom>
          <a:noFill/>
          <a:ln>
            <a:noFill/>
          </a:ln>
        </p:spPr>
        <p:txBody>
          <a:bodyPr anchorCtr="0" anchor="t" bIns="45700" lIns="91425" spcFirstLastPara="1" rIns="91425" wrap="square" tIns="45700">
            <a:normAutofit lnSpcReduction="10000"/>
          </a:bodyPr>
          <a:lstStyle/>
          <a:p>
            <a:pPr indent="-246888" lvl="0" marL="246888" rtl="0" algn="l">
              <a:lnSpc>
                <a:spcPct val="90000"/>
              </a:lnSpc>
              <a:spcBef>
                <a:spcPts val="0"/>
              </a:spcBef>
              <a:spcAft>
                <a:spcPts val="0"/>
              </a:spcAft>
              <a:buClr>
                <a:schemeClr val="dk1"/>
              </a:buClr>
              <a:buSzPts val="2800"/>
              <a:buChar char="›"/>
            </a:pPr>
            <a:r>
              <a:rPr lang="en-NP"/>
              <a:t>Assumptions</a:t>
            </a:r>
            <a:endParaRPr/>
          </a:p>
          <a:p>
            <a:pPr indent="-246888" lvl="1" marL="612648" rtl="0" algn="l">
              <a:lnSpc>
                <a:spcPct val="90000"/>
              </a:lnSpc>
              <a:spcBef>
                <a:spcPts val="600"/>
              </a:spcBef>
              <a:spcAft>
                <a:spcPts val="0"/>
              </a:spcAft>
              <a:buClr>
                <a:schemeClr val="dk1"/>
              </a:buClr>
              <a:buSzPts val="2400"/>
              <a:buChar char="–"/>
            </a:pPr>
            <a:r>
              <a:rPr lang="en-NP"/>
              <a:t>assumptions are factors considered true or certain for planning purposes, even without empirical proof</a:t>
            </a:r>
            <a:endParaRPr/>
          </a:p>
          <a:p>
            <a:pPr indent="-246888" lvl="1" marL="612648" rtl="0" algn="l">
              <a:lnSpc>
                <a:spcPct val="90000"/>
              </a:lnSpc>
              <a:spcBef>
                <a:spcPts val="600"/>
              </a:spcBef>
              <a:spcAft>
                <a:spcPts val="0"/>
              </a:spcAft>
              <a:buClr>
                <a:schemeClr val="dk1"/>
              </a:buClr>
              <a:buSzPts val="2400"/>
              <a:buChar char="–"/>
            </a:pPr>
            <a:r>
              <a:rPr lang="en-NP"/>
              <a:t>they are unverified, assumptions are a source of potential risk. The project's success can be jeopardized if a key assumption is incorrect.</a:t>
            </a:r>
            <a:endParaRPr/>
          </a:p>
          <a:p>
            <a:pPr indent="-246888" lvl="1" marL="612648" rtl="0" algn="l">
              <a:lnSpc>
                <a:spcPct val="90000"/>
              </a:lnSpc>
              <a:spcBef>
                <a:spcPts val="600"/>
              </a:spcBef>
              <a:spcAft>
                <a:spcPts val="0"/>
              </a:spcAft>
              <a:buClr>
                <a:schemeClr val="dk1"/>
              </a:buClr>
              <a:buSzPts val="2400"/>
              <a:buChar char="–"/>
            </a:pPr>
            <a:r>
              <a:rPr lang="en-NP"/>
              <a:t>It is often impossible to account for every possible variable, so assumptions are necessary to allow the project to move forward in the face of uncertainty</a:t>
            </a:r>
            <a:endParaRPr/>
          </a:p>
          <a:p>
            <a:pPr indent="-246888" lvl="1" marL="612648" rtl="0" algn="l">
              <a:lnSpc>
                <a:spcPct val="90000"/>
              </a:lnSpc>
              <a:spcBef>
                <a:spcPts val="600"/>
              </a:spcBef>
              <a:spcAft>
                <a:spcPts val="0"/>
              </a:spcAft>
              <a:buClr>
                <a:schemeClr val="dk1"/>
              </a:buClr>
              <a:buSzPts val="2400"/>
              <a:buChar char="–"/>
            </a:pPr>
            <a:r>
              <a:rPr lang="en-NP"/>
              <a:t>Examples</a:t>
            </a:r>
            <a:endParaRPr/>
          </a:p>
          <a:p>
            <a:pPr indent="-246888" lvl="2" marL="978408" rtl="0" algn="l">
              <a:lnSpc>
                <a:spcPct val="90000"/>
              </a:lnSpc>
              <a:spcBef>
                <a:spcPts val="600"/>
              </a:spcBef>
              <a:spcAft>
                <a:spcPts val="0"/>
              </a:spcAft>
              <a:buClr>
                <a:schemeClr val="dk1"/>
              </a:buClr>
              <a:buSzPts val="2000"/>
              <a:buChar char="›"/>
            </a:pPr>
            <a:r>
              <a:rPr b="1" lang="en-NP"/>
              <a:t>Resource availability:</a:t>
            </a:r>
            <a:r>
              <a:rPr lang="en-NP"/>
              <a:t> Assuming that a specific team member will be available for the entire duration of their assigned tasks.</a:t>
            </a:r>
            <a:endParaRPr/>
          </a:p>
          <a:p>
            <a:pPr indent="-246888" lvl="2" marL="978408" rtl="0" algn="l">
              <a:lnSpc>
                <a:spcPct val="90000"/>
              </a:lnSpc>
              <a:spcBef>
                <a:spcPts val="600"/>
              </a:spcBef>
              <a:spcAft>
                <a:spcPts val="0"/>
              </a:spcAft>
              <a:buClr>
                <a:schemeClr val="dk1"/>
              </a:buClr>
              <a:buSzPts val="2000"/>
              <a:buChar char="›"/>
            </a:pPr>
            <a:r>
              <a:rPr b="1" lang="en-NP"/>
              <a:t>Cost stability:</a:t>
            </a:r>
            <a:r>
              <a:rPr lang="en-NP"/>
              <a:t> Assuming that the cost of a key material or service will not change over the course of the project</a:t>
            </a:r>
            <a:endParaRPr/>
          </a:p>
          <a:p>
            <a:pPr indent="-246888" lvl="2" marL="978408" rtl="0" algn="l">
              <a:lnSpc>
                <a:spcPct val="90000"/>
              </a:lnSpc>
              <a:spcBef>
                <a:spcPts val="600"/>
              </a:spcBef>
              <a:spcAft>
                <a:spcPts val="0"/>
              </a:spcAft>
              <a:buClr>
                <a:schemeClr val="dk1"/>
              </a:buClr>
              <a:buSzPts val="2000"/>
              <a:buChar char="›"/>
            </a:pPr>
            <a:r>
              <a:rPr b="1" lang="en-NP"/>
              <a:t>External conditions:</a:t>
            </a:r>
            <a:r>
              <a:rPr lang="en-NP"/>
              <a:t> Assuming that a necessary external approval will be granted on a specific date.</a:t>
            </a:r>
            <a:endParaRPr/>
          </a:p>
          <a:p>
            <a:pPr indent="-246888" lvl="2" marL="978408" rtl="0" algn="l">
              <a:lnSpc>
                <a:spcPct val="90000"/>
              </a:lnSpc>
              <a:spcBef>
                <a:spcPts val="600"/>
              </a:spcBef>
              <a:spcAft>
                <a:spcPts val="0"/>
              </a:spcAft>
              <a:buClr>
                <a:schemeClr val="dk1"/>
              </a:buClr>
              <a:buSzPts val="2000"/>
              <a:buChar char="›"/>
            </a:pPr>
            <a:r>
              <a:rPr b="1" lang="en-NP"/>
              <a:t>Technology:</a:t>
            </a:r>
            <a:r>
              <a:rPr lang="en-NP"/>
              <a:t> Assuming a particular piece of software or hardware will function as expected throughout the project. </a:t>
            </a:r>
            <a:endParaRPr/>
          </a:p>
          <a:p>
            <a:pPr indent="0" lvl="0" marL="0" rtl="0" algn="l">
              <a:lnSpc>
                <a:spcPct val="90000"/>
              </a:lnSpc>
              <a:spcBef>
                <a:spcPts val="1400"/>
              </a:spcBef>
              <a:spcAft>
                <a:spcPts val="0"/>
              </a:spcAft>
              <a:buClr>
                <a:schemeClr val="dk1"/>
              </a:buClr>
              <a:buSzPts val="2800"/>
              <a:buNone/>
            </a:pPr>
            <a:r>
              <a:t/>
            </a:r>
            <a:endParaRPr/>
          </a:p>
        </p:txBody>
      </p:sp>
      <p:sp>
        <p:nvSpPr>
          <p:cNvPr id="325" name="Google Shape;325;p30"/>
          <p:cNvSpPr txBox="1"/>
          <p:nvPr/>
        </p:nvSpPr>
        <p:spPr>
          <a:xfrm>
            <a:off x="8603226" y="3048000"/>
            <a:ext cx="2243714" cy="10290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1"/>
          <p:cNvSpPr txBox="1"/>
          <p:nvPr>
            <p:ph type="title"/>
          </p:nvPr>
        </p:nvSpPr>
        <p:spPr>
          <a:xfrm>
            <a:off x="1593436" y="177800"/>
            <a:ext cx="10189608" cy="73092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rgbClr val="343F49"/>
              </a:buClr>
              <a:buSzPct val="100000"/>
              <a:buFont typeface="Arial"/>
              <a:buNone/>
            </a:pPr>
            <a:r>
              <a:rPr lang="en-NP"/>
              <a:t>Developing the Requirements definition statement</a:t>
            </a:r>
            <a:endParaRPr/>
          </a:p>
        </p:txBody>
      </p:sp>
      <p:sp>
        <p:nvSpPr>
          <p:cNvPr id="331" name="Google Shape;331;p31"/>
          <p:cNvSpPr txBox="1"/>
          <p:nvPr>
            <p:ph idx="1" type="body"/>
          </p:nvPr>
        </p:nvSpPr>
        <p:spPr>
          <a:xfrm>
            <a:off x="1593436" y="1046304"/>
            <a:ext cx="10189608" cy="5633895"/>
          </a:xfrm>
          <a:prstGeom prst="rect">
            <a:avLst/>
          </a:prstGeom>
          <a:noFill/>
          <a:ln>
            <a:noFill/>
          </a:ln>
        </p:spPr>
        <p:txBody>
          <a:bodyPr anchorCtr="0" anchor="t" bIns="45700" lIns="91425" spcFirstLastPara="1" rIns="91425" wrap="square" tIns="45700">
            <a:normAutofit lnSpcReduction="10000"/>
          </a:bodyPr>
          <a:lstStyle/>
          <a:p>
            <a:pPr indent="-246888" lvl="0" marL="246888" rtl="0" algn="l">
              <a:lnSpc>
                <a:spcPct val="90000"/>
              </a:lnSpc>
              <a:spcBef>
                <a:spcPts val="0"/>
              </a:spcBef>
              <a:spcAft>
                <a:spcPts val="0"/>
              </a:spcAft>
              <a:buClr>
                <a:schemeClr val="dk1"/>
              </a:buClr>
              <a:buSzPts val="2800"/>
              <a:buChar char="›"/>
            </a:pPr>
            <a:r>
              <a:rPr lang="en-NP"/>
              <a:t>Constraints</a:t>
            </a:r>
            <a:endParaRPr/>
          </a:p>
          <a:p>
            <a:pPr indent="-246888" lvl="1" marL="612648" rtl="0" algn="l">
              <a:lnSpc>
                <a:spcPct val="90000"/>
              </a:lnSpc>
              <a:spcBef>
                <a:spcPts val="600"/>
              </a:spcBef>
              <a:spcAft>
                <a:spcPts val="0"/>
              </a:spcAft>
              <a:buClr>
                <a:schemeClr val="dk1"/>
              </a:buClr>
              <a:buSzPts val="2400"/>
              <a:buChar char="–"/>
            </a:pPr>
            <a:r>
              <a:rPr lang="en-NP"/>
              <a:t>Constraints in requirements are  the rules, limits, or boundaries that restrict design choices and shape how a system must function.</a:t>
            </a:r>
            <a:endParaRPr/>
          </a:p>
          <a:p>
            <a:pPr indent="-246888" lvl="1" marL="612648" rtl="0" algn="l">
              <a:lnSpc>
                <a:spcPct val="90000"/>
              </a:lnSpc>
              <a:spcBef>
                <a:spcPts val="600"/>
              </a:spcBef>
              <a:spcAft>
                <a:spcPts val="0"/>
              </a:spcAft>
              <a:buClr>
                <a:schemeClr val="dk1"/>
              </a:buClr>
              <a:buSzPts val="2400"/>
              <a:buChar char="–"/>
            </a:pPr>
            <a:r>
              <a:rPr lang="en-NP"/>
              <a:t>differ from functional requirements, which describe what a system </a:t>
            </a:r>
            <a:r>
              <a:rPr i="1" lang="en-NP"/>
              <a:t>does</a:t>
            </a:r>
            <a:r>
              <a:rPr lang="en-NP"/>
              <a:t>, by defining the conditions under which it must operate, such as technical limitations, legal obligations, or project budget.</a:t>
            </a:r>
            <a:endParaRPr/>
          </a:p>
          <a:p>
            <a:pPr indent="-246888" lvl="1" marL="612648" rtl="0" algn="l">
              <a:lnSpc>
                <a:spcPct val="90000"/>
              </a:lnSpc>
              <a:spcBef>
                <a:spcPts val="600"/>
              </a:spcBef>
              <a:spcAft>
                <a:spcPts val="0"/>
              </a:spcAft>
              <a:buClr>
                <a:schemeClr val="dk1"/>
              </a:buClr>
              <a:buSzPts val="2400"/>
              <a:buChar char="–"/>
            </a:pPr>
            <a:r>
              <a:rPr lang="en-NP"/>
              <a:t>Identifying constraints early is vital to avoid implementing a solution that is unfeasible or costly later in the project lifecycle. </a:t>
            </a:r>
            <a:endParaRPr/>
          </a:p>
          <a:p>
            <a:pPr indent="-246888" lvl="1" marL="612648" rtl="0" algn="l">
              <a:lnSpc>
                <a:spcPct val="90000"/>
              </a:lnSpc>
              <a:spcBef>
                <a:spcPts val="600"/>
              </a:spcBef>
              <a:spcAft>
                <a:spcPts val="0"/>
              </a:spcAft>
              <a:buClr>
                <a:schemeClr val="dk1"/>
              </a:buClr>
              <a:buSzPts val="2400"/>
              <a:buChar char="–"/>
            </a:pPr>
            <a:r>
              <a:rPr b="1" lang="en-NP"/>
              <a:t>They influence non-functional requirements:</a:t>
            </a:r>
            <a:r>
              <a:rPr lang="en-NP"/>
              <a:t> Constraints often become non-functional requirements, such as performance targets, security standards, or accessibility requirements.</a:t>
            </a:r>
            <a:endParaRPr/>
          </a:p>
          <a:p>
            <a:pPr indent="-246888" lvl="1" marL="612648" rtl="0" algn="l">
              <a:lnSpc>
                <a:spcPct val="90000"/>
              </a:lnSpc>
              <a:spcBef>
                <a:spcPts val="600"/>
              </a:spcBef>
              <a:spcAft>
                <a:spcPts val="0"/>
              </a:spcAft>
              <a:buClr>
                <a:schemeClr val="dk1"/>
              </a:buClr>
              <a:buSzPts val="2400"/>
              <a:buChar char="–"/>
            </a:pPr>
            <a:r>
              <a:rPr b="1" lang="en-NP"/>
              <a:t>They eliminate options:</a:t>
            </a:r>
            <a:r>
              <a:rPr lang="en-NP"/>
              <a:t> Constraints can limit the range of possible solutions, making some design choices impossible from the start.</a:t>
            </a:r>
            <a:endParaRPr/>
          </a:p>
          <a:p>
            <a:pPr indent="-246888" lvl="1" marL="612648" rtl="0" algn="l">
              <a:lnSpc>
                <a:spcPct val="90000"/>
              </a:lnSpc>
              <a:spcBef>
                <a:spcPts val="600"/>
              </a:spcBef>
              <a:spcAft>
                <a:spcPts val="0"/>
              </a:spcAft>
              <a:buClr>
                <a:schemeClr val="dk1"/>
              </a:buClr>
              <a:buSzPts val="2400"/>
              <a:buChar char="–"/>
            </a:pPr>
            <a:r>
              <a:rPr b="1" lang="en-NP"/>
              <a:t>They can lead to new requirements:</a:t>
            </a:r>
            <a:r>
              <a:rPr lang="en-NP"/>
              <a:t> A constraint might require a new functional requirement to be created, such as needing a specific type of user authentication due to a security constraint. </a:t>
            </a:r>
            <a:endParaRPr/>
          </a:p>
        </p:txBody>
      </p:sp>
      <p:sp>
        <p:nvSpPr>
          <p:cNvPr id="332" name="Google Shape;332;p31"/>
          <p:cNvSpPr txBox="1"/>
          <p:nvPr/>
        </p:nvSpPr>
        <p:spPr>
          <a:xfrm>
            <a:off x="8603226" y="3048000"/>
            <a:ext cx="2243714" cy="10290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a:t>
            </a:r>
            <a:endParaRPr/>
          </a:p>
        </p:txBody>
      </p:sp>
      <p:sp>
        <p:nvSpPr>
          <p:cNvPr id="338" name="Google Shape;338;p32"/>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fontScale="92500"/>
          </a:bodyPr>
          <a:lstStyle/>
          <a:p>
            <a:pPr indent="-246888" lvl="0" marL="246888" rtl="0" algn="l">
              <a:lnSpc>
                <a:spcPct val="90000"/>
              </a:lnSpc>
              <a:spcBef>
                <a:spcPts val="0"/>
              </a:spcBef>
              <a:spcAft>
                <a:spcPts val="0"/>
              </a:spcAft>
              <a:buClr>
                <a:schemeClr val="dk1"/>
              </a:buClr>
              <a:buSzPct val="100000"/>
              <a:buChar char="›"/>
            </a:pPr>
            <a:r>
              <a:rPr lang="en-NP"/>
              <a:t>Use Case </a:t>
            </a:r>
            <a:endParaRPr/>
          </a:p>
          <a:p>
            <a:pPr indent="-246888" lvl="1" marL="612648" rtl="0" algn="l">
              <a:lnSpc>
                <a:spcPct val="90000"/>
              </a:lnSpc>
              <a:spcBef>
                <a:spcPts val="600"/>
              </a:spcBef>
              <a:spcAft>
                <a:spcPts val="0"/>
              </a:spcAft>
              <a:buClr>
                <a:schemeClr val="dk1"/>
              </a:buClr>
              <a:buSzPct val="100000"/>
              <a:buChar char="–"/>
            </a:pPr>
            <a:r>
              <a:rPr lang="en-NP"/>
              <a:t>Is a specific situation in which a product or service could potentially be used and describes the behavior of a system to do a particular task.</a:t>
            </a:r>
            <a:endParaRPr/>
          </a:p>
          <a:p>
            <a:pPr indent="-246888" lvl="1" marL="612648" rtl="0" algn="l">
              <a:lnSpc>
                <a:spcPct val="90000"/>
              </a:lnSpc>
              <a:spcBef>
                <a:spcPts val="600"/>
              </a:spcBef>
              <a:spcAft>
                <a:spcPts val="0"/>
              </a:spcAft>
              <a:buClr>
                <a:schemeClr val="dk1"/>
              </a:buClr>
              <a:buSzPct val="100000"/>
              <a:buChar char="–"/>
            </a:pPr>
            <a:r>
              <a:rPr lang="en-NP"/>
              <a:t>is dialogue between an actor and the system.</a:t>
            </a:r>
            <a:endParaRPr/>
          </a:p>
          <a:p>
            <a:pPr indent="-246888" lvl="1" marL="612648" rtl="0" algn="l">
              <a:lnSpc>
                <a:spcPct val="90000"/>
              </a:lnSpc>
              <a:spcBef>
                <a:spcPts val="600"/>
              </a:spcBef>
              <a:spcAft>
                <a:spcPts val="0"/>
              </a:spcAft>
              <a:buClr>
                <a:schemeClr val="dk1"/>
              </a:buClr>
              <a:buSzPct val="100000"/>
              <a:buChar char="–"/>
            </a:pPr>
            <a:r>
              <a:rPr lang="en-NP"/>
              <a:t>A use case is a pattern of behavoir, the system exhibits.</a:t>
            </a:r>
            <a:endParaRPr/>
          </a:p>
          <a:p>
            <a:pPr indent="-246888" lvl="1" marL="612648" rtl="0" algn="l">
              <a:lnSpc>
                <a:spcPct val="90000"/>
              </a:lnSpc>
              <a:spcBef>
                <a:spcPts val="600"/>
              </a:spcBef>
              <a:spcAft>
                <a:spcPts val="0"/>
              </a:spcAft>
              <a:buClr>
                <a:schemeClr val="dk1"/>
              </a:buClr>
              <a:buSzPct val="100000"/>
              <a:buChar char="–"/>
            </a:pPr>
            <a:r>
              <a:rPr lang="en-NP"/>
              <a:t>The use cases are sequence of actions that the user takes on the system to get particular target.</a:t>
            </a:r>
            <a:endParaRPr/>
          </a:p>
          <a:p>
            <a:pPr indent="-246888" lvl="0" marL="246888" rtl="0" algn="l">
              <a:lnSpc>
                <a:spcPct val="90000"/>
              </a:lnSpc>
              <a:spcBef>
                <a:spcPts val="1400"/>
              </a:spcBef>
              <a:spcAft>
                <a:spcPts val="0"/>
              </a:spcAft>
              <a:buClr>
                <a:schemeClr val="dk1"/>
              </a:buClr>
              <a:buSzPct val="100000"/>
              <a:buChar char="›"/>
            </a:pPr>
            <a:r>
              <a:rPr lang="en-NP"/>
              <a:t>Roles of Use Cases </a:t>
            </a:r>
            <a:endParaRPr/>
          </a:p>
          <a:p>
            <a:pPr indent="-246888" lvl="1" marL="612648" rtl="0" algn="l">
              <a:lnSpc>
                <a:spcPct val="90000"/>
              </a:lnSpc>
              <a:spcBef>
                <a:spcPts val="600"/>
              </a:spcBef>
              <a:spcAft>
                <a:spcPts val="0"/>
              </a:spcAft>
              <a:buClr>
                <a:schemeClr val="dk1"/>
              </a:buClr>
              <a:buSzPct val="100000"/>
              <a:buChar char="–"/>
            </a:pPr>
            <a:r>
              <a:rPr lang="en-NP"/>
              <a:t>A use case is a set of activities that produce some output result.</a:t>
            </a:r>
            <a:endParaRPr/>
          </a:p>
          <a:p>
            <a:pPr indent="-246888" lvl="1" marL="612648" rtl="0" algn="l">
              <a:lnSpc>
                <a:spcPct val="90000"/>
              </a:lnSpc>
              <a:spcBef>
                <a:spcPts val="600"/>
              </a:spcBef>
              <a:spcAft>
                <a:spcPts val="0"/>
              </a:spcAft>
              <a:buClr>
                <a:schemeClr val="dk1"/>
              </a:buClr>
              <a:buSzPct val="100000"/>
              <a:buChar char="–"/>
            </a:pPr>
            <a:r>
              <a:rPr lang="en-NP"/>
              <a:t>Describes how the system reacts to an event that triggers the system</a:t>
            </a:r>
            <a:endParaRPr/>
          </a:p>
          <a:p>
            <a:pPr indent="-246888" lvl="1" marL="612648" rtl="0" algn="l">
              <a:lnSpc>
                <a:spcPct val="90000"/>
              </a:lnSpc>
              <a:spcBef>
                <a:spcPts val="600"/>
              </a:spcBef>
              <a:spcAft>
                <a:spcPts val="0"/>
              </a:spcAft>
              <a:buClr>
                <a:schemeClr val="dk1"/>
              </a:buClr>
              <a:buSzPct val="100000"/>
              <a:buChar char="–"/>
            </a:pPr>
            <a:r>
              <a:rPr lang="en-NP"/>
              <a:t>Trigger – event that visualises the use case to be executed</a:t>
            </a:r>
            <a:endParaRPr/>
          </a:p>
          <a:p>
            <a:pPr indent="-246888" lvl="1" marL="612648" rtl="0" algn="l">
              <a:lnSpc>
                <a:spcPct val="90000"/>
              </a:lnSpc>
              <a:spcBef>
                <a:spcPts val="600"/>
              </a:spcBef>
              <a:spcAft>
                <a:spcPts val="0"/>
              </a:spcAft>
              <a:buClr>
                <a:schemeClr val="dk1"/>
              </a:buClr>
              <a:buSzPct val="100000"/>
              <a:buChar char="–"/>
            </a:pPr>
            <a:r>
              <a:rPr lang="en-NP"/>
              <a:t>Event driven modeling – Everything in the systemis a response to some triggering event. 	</a:t>
            </a:r>
            <a:endParaRPr/>
          </a:p>
          <a:p>
            <a:pPr indent="-82423" lvl="0" marL="246888" rtl="0" algn="l">
              <a:lnSpc>
                <a:spcPct val="90000"/>
              </a:lnSpc>
              <a:spcBef>
                <a:spcPts val="1400"/>
              </a:spcBef>
              <a:spcAft>
                <a:spcPts val="0"/>
              </a:spcAft>
              <a:buClr>
                <a:schemeClr val="dk1"/>
              </a:buClr>
              <a:buSzPct val="100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3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a:t>
            </a:r>
            <a:endParaRPr/>
          </a:p>
        </p:txBody>
      </p:sp>
      <p:sp>
        <p:nvSpPr>
          <p:cNvPr id="344" name="Google Shape;344;p33"/>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Use Case Diagram</a:t>
            </a:r>
            <a:br>
              <a:rPr lang="en-NP"/>
            </a:br>
            <a:r>
              <a:rPr lang="en-NP"/>
              <a:t>A use case diagram is a graphical depiction of a user’s possible interactions with a system. A use case diagram shows various use cases and different types of users of the system has and will often be accompained by other types of diagrams</a:t>
            </a:r>
            <a:endParaRPr/>
          </a:p>
          <a:p>
            <a:pPr indent="-246888" lvl="0" marL="246888" rtl="0" algn="l">
              <a:lnSpc>
                <a:spcPct val="90000"/>
              </a:lnSpc>
              <a:spcBef>
                <a:spcPts val="1400"/>
              </a:spcBef>
              <a:spcAft>
                <a:spcPts val="0"/>
              </a:spcAft>
              <a:buClr>
                <a:schemeClr val="dk1"/>
              </a:buClr>
              <a:buSzPts val="2800"/>
              <a:buChar char="›"/>
            </a:pPr>
            <a:r>
              <a:rPr lang="en-NP"/>
              <a:t>Use case diagram objective</a:t>
            </a:r>
            <a:endParaRPr/>
          </a:p>
          <a:p>
            <a:pPr indent="-246888" lvl="1" marL="612648" rtl="0" algn="l">
              <a:lnSpc>
                <a:spcPct val="90000"/>
              </a:lnSpc>
              <a:spcBef>
                <a:spcPts val="600"/>
              </a:spcBef>
              <a:spcAft>
                <a:spcPts val="0"/>
              </a:spcAft>
              <a:buClr>
                <a:schemeClr val="dk1"/>
              </a:buClr>
              <a:buSzPts val="2400"/>
              <a:buChar char="–"/>
            </a:pPr>
            <a:r>
              <a:rPr lang="en-NP"/>
              <a:t>Representing the goal of system user interactions</a:t>
            </a:r>
            <a:endParaRPr/>
          </a:p>
          <a:p>
            <a:pPr indent="-246888" lvl="1" marL="612648" rtl="0" algn="l">
              <a:lnSpc>
                <a:spcPct val="90000"/>
              </a:lnSpc>
              <a:spcBef>
                <a:spcPts val="600"/>
              </a:spcBef>
              <a:spcAft>
                <a:spcPts val="0"/>
              </a:spcAft>
              <a:buClr>
                <a:schemeClr val="dk1"/>
              </a:buClr>
              <a:buSzPts val="2400"/>
              <a:buChar char="–"/>
            </a:pPr>
            <a:r>
              <a:rPr lang="en-NP"/>
              <a:t>Defining and organizing functional requirements in a system</a:t>
            </a:r>
            <a:endParaRPr/>
          </a:p>
          <a:p>
            <a:pPr indent="-246888" lvl="1" marL="612648" rtl="0" algn="l">
              <a:lnSpc>
                <a:spcPct val="90000"/>
              </a:lnSpc>
              <a:spcBef>
                <a:spcPts val="600"/>
              </a:spcBef>
              <a:spcAft>
                <a:spcPts val="0"/>
              </a:spcAft>
              <a:buClr>
                <a:schemeClr val="dk1"/>
              </a:buClr>
              <a:buSzPts val="2400"/>
              <a:buChar char="–"/>
            </a:pPr>
            <a:r>
              <a:rPr lang="en-NP"/>
              <a:t>Specifying the context and requirements of a system</a:t>
            </a:r>
            <a:endParaRPr/>
          </a:p>
          <a:p>
            <a:pPr indent="-246888" lvl="1" marL="612648" rtl="0" algn="l">
              <a:lnSpc>
                <a:spcPct val="90000"/>
              </a:lnSpc>
              <a:spcBef>
                <a:spcPts val="600"/>
              </a:spcBef>
              <a:spcAft>
                <a:spcPts val="0"/>
              </a:spcAft>
              <a:buClr>
                <a:schemeClr val="dk1"/>
              </a:buClr>
              <a:buSzPts val="2400"/>
              <a:buChar char="–"/>
            </a:pPr>
            <a:r>
              <a:rPr lang="en-NP"/>
              <a:t>Modeling the basic flow of events is a use case.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350" name="Google Shape;350;p34"/>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Use Case Diagram Components</a:t>
            </a:r>
            <a:endParaRPr/>
          </a:p>
          <a:p>
            <a:pPr indent="-246888" lvl="1" marL="612648" rtl="0" algn="l">
              <a:lnSpc>
                <a:spcPct val="90000"/>
              </a:lnSpc>
              <a:spcBef>
                <a:spcPts val="600"/>
              </a:spcBef>
              <a:spcAft>
                <a:spcPts val="0"/>
              </a:spcAft>
              <a:buClr>
                <a:schemeClr val="dk1"/>
              </a:buClr>
              <a:buSzPts val="2400"/>
              <a:buChar char="–"/>
            </a:pPr>
            <a:r>
              <a:rPr lang="en-NP"/>
              <a:t>Use Case – A use case represnets a user goal that can be achieved by accessing the system or software application</a:t>
            </a:r>
            <a:endParaRPr/>
          </a:p>
          <a:p>
            <a:pPr indent="0" lvl="1" marL="365760" rtl="0" algn="l">
              <a:lnSpc>
                <a:spcPct val="90000"/>
              </a:lnSpc>
              <a:spcBef>
                <a:spcPts val="600"/>
              </a:spcBef>
              <a:spcAft>
                <a:spcPts val="0"/>
              </a:spcAft>
              <a:buClr>
                <a:schemeClr val="dk1"/>
              </a:buClr>
              <a:buSzPts val="2400"/>
              <a:buNone/>
            </a:pPr>
            <a:br>
              <a:rPr lang="en-NP"/>
            </a:br>
            <a:endParaRPr/>
          </a:p>
          <a:p>
            <a:pPr indent="0" lvl="1" marL="365760" rtl="0" algn="l">
              <a:lnSpc>
                <a:spcPct val="90000"/>
              </a:lnSpc>
              <a:spcBef>
                <a:spcPts val="600"/>
              </a:spcBef>
              <a:spcAft>
                <a:spcPts val="0"/>
              </a:spcAft>
              <a:buClr>
                <a:schemeClr val="dk1"/>
              </a:buClr>
              <a:buSzPts val="2400"/>
              <a:buNone/>
            </a:pPr>
            <a:r>
              <a:t/>
            </a:r>
            <a:endParaRPr/>
          </a:p>
          <a:p>
            <a:pPr indent="-246888" lvl="1" marL="612648" rtl="0" algn="l">
              <a:lnSpc>
                <a:spcPct val="90000"/>
              </a:lnSpc>
              <a:spcBef>
                <a:spcPts val="600"/>
              </a:spcBef>
              <a:spcAft>
                <a:spcPts val="0"/>
              </a:spcAft>
              <a:buClr>
                <a:schemeClr val="dk1"/>
              </a:buClr>
              <a:buSzPts val="2400"/>
              <a:buChar char="–"/>
            </a:pPr>
            <a:r>
              <a:rPr lang="en-NP"/>
              <a:t>Actor – Actors are used to represent the users of system, actors can actually be anything that needs to exchange information with the system</a:t>
            </a:r>
            <a:endParaRPr/>
          </a:p>
        </p:txBody>
      </p:sp>
      <p:grpSp>
        <p:nvGrpSpPr>
          <p:cNvPr id="351" name="Google Shape;351;p34"/>
          <p:cNvGrpSpPr/>
          <p:nvPr/>
        </p:nvGrpSpPr>
        <p:grpSpPr>
          <a:xfrm>
            <a:off x="5590356" y="5013176"/>
            <a:ext cx="706111" cy="1130979"/>
            <a:chOff x="2363965" y="4509120"/>
            <a:chExt cx="1034015" cy="1656184"/>
          </a:xfrm>
        </p:grpSpPr>
        <p:sp>
          <p:nvSpPr>
            <p:cNvPr id="352" name="Google Shape;352;p34"/>
            <p:cNvSpPr/>
            <p:nvPr/>
          </p:nvSpPr>
          <p:spPr>
            <a:xfrm>
              <a:off x="2638028" y="4509120"/>
              <a:ext cx="504056" cy="504056"/>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53" name="Google Shape;353;p34"/>
            <p:cNvCxnSpPr>
              <a:stCxn id="352" idx="4"/>
            </p:cNvCxnSpPr>
            <p:nvPr/>
          </p:nvCxnSpPr>
          <p:spPr>
            <a:xfrm>
              <a:off x="2890056" y="5013176"/>
              <a:ext cx="0" cy="720000"/>
            </a:xfrm>
            <a:prstGeom prst="straightConnector1">
              <a:avLst/>
            </a:prstGeom>
            <a:noFill/>
            <a:ln cap="flat" cmpd="sng" w="38100">
              <a:solidFill>
                <a:schemeClr val="dk2"/>
              </a:solidFill>
              <a:prstDash val="solid"/>
              <a:miter lim="800000"/>
              <a:headEnd len="sm" w="sm" type="none"/>
              <a:tailEnd len="sm" w="sm" type="none"/>
            </a:ln>
          </p:spPr>
        </p:cxnSp>
        <p:cxnSp>
          <p:nvCxnSpPr>
            <p:cNvPr id="354" name="Google Shape;354;p34"/>
            <p:cNvCxnSpPr/>
            <p:nvPr/>
          </p:nvCxnSpPr>
          <p:spPr>
            <a:xfrm flipH="1">
              <a:off x="2494012" y="5733256"/>
              <a:ext cx="396044" cy="432048"/>
            </a:xfrm>
            <a:prstGeom prst="straightConnector1">
              <a:avLst/>
            </a:prstGeom>
            <a:noFill/>
            <a:ln cap="flat" cmpd="sng" w="38100">
              <a:solidFill>
                <a:schemeClr val="dk2"/>
              </a:solidFill>
              <a:prstDash val="solid"/>
              <a:miter lim="800000"/>
              <a:headEnd len="sm" w="sm" type="none"/>
              <a:tailEnd len="sm" w="sm" type="none"/>
            </a:ln>
          </p:spPr>
        </p:cxnSp>
        <p:cxnSp>
          <p:nvCxnSpPr>
            <p:cNvPr id="355" name="Google Shape;355;p34"/>
            <p:cNvCxnSpPr/>
            <p:nvPr/>
          </p:nvCxnSpPr>
          <p:spPr>
            <a:xfrm>
              <a:off x="2890056" y="5733256"/>
              <a:ext cx="396044" cy="432048"/>
            </a:xfrm>
            <a:prstGeom prst="straightConnector1">
              <a:avLst/>
            </a:prstGeom>
            <a:noFill/>
            <a:ln cap="flat" cmpd="sng" w="38100">
              <a:solidFill>
                <a:schemeClr val="dk2"/>
              </a:solidFill>
              <a:prstDash val="solid"/>
              <a:miter lim="800000"/>
              <a:headEnd len="sm" w="sm" type="none"/>
              <a:tailEnd len="sm" w="sm" type="none"/>
            </a:ln>
          </p:spPr>
        </p:cxnSp>
        <p:cxnSp>
          <p:nvCxnSpPr>
            <p:cNvPr id="356" name="Google Shape;356;p34"/>
            <p:cNvCxnSpPr/>
            <p:nvPr/>
          </p:nvCxnSpPr>
          <p:spPr>
            <a:xfrm rot="10800000">
              <a:off x="2363965" y="5229200"/>
              <a:ext cx="1034015" cy="0"/>
            </a:xfrm>
            <a:prstGeom prst="straightConnector1">
              <a:avLst/>
            </a:prstGeom>
            <a:noFill/>
            <a:ln cap="flat" cmpd="sng" w="38100">
              <a:solidFill>
                <a:schemeClr val="dk2"/>
              </a:solidFill>
              <a:prstDash val="solid"/>
              <a:miter lim="800000"/>
              <a:headEnd len="sm" w="sm" type="none"/>
              <a:tailEnd len="sm" w="sm" type="none"/>
            </a:ln>
          </p:spPr>
        </p:cxnSp>
      </p:grpSp>
      <p:grpSp>
        <p:nvGrpSpPr>
          <p:cNvPr id="357" name="Google Shape;357;p34"/>
          <p:cNvGrpSpPr/>
          <p:nvPr/>
        </p:nvGrpSpPr>
        <p:grpSpPr>
          <a:xfrm>
            <a:off x="5230316" y="2924944"/>
            <a:ext cx="1296144" cy="936780"/>
            <a:chOff x="5230316" y="2924944"/>
            <a:chExt cx="1296144" cy="936780"/>
          </a:xfrm>
        </p:grpSpPr>
        <p:sp>
          <p:nvSpPr>
            <p:cNvPr id="358" name="Google Shape;358;p34"/>
            <p:cNvSpPr/>
            <p:nvPr/>
          </p:nvSpPr>
          <p:spPr>
            <a:xfrm>
              <a:off x="5230316" y="2924944"/>
              <a:ext cx="1296144" cy="504041"/>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59" name="Google Shape;359;p34"/>
            <p:cNvSpPr txBox="1"/>
            <p:nvPr/>
          </p:nvSpPr>
          <p:spPr>
            <a:xfrm>
              <a:off x="5290693" y="3492392"/>
              <a:ext cx="11753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NP" sz="1800">
                  <a:solidFill>
                    <a:schemeClr val="dk1"/>
                  </a:solidFill>
                  <a:latin typeface="Arial"/>
                  <a:ea typeface="Arial"/>
                  <a:cs typeface="Arial"/>
                  <a:sym typeface="Arial"/>
                </a:rPr>
                <a:t>Use Case</a:t>
              </a:r>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3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365" name="Google Shape;365;p35"/>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fontScale="70000" lnSpcReduction="20000"/>
          </a:bodyPr>
          <a:lstStyle/>
          <a:p>
            <a:pPr indent="-246888" lvl="0" marL="246888" rtl="0" algn="l">
              <a:lnSpc>
                <a:spcPct val="90000"/>
              </a:lnSpc>
              <a:spcBef>
                <a:spcPts val="0"/>
              </a:spcBef>
              <a:spcAft>
                <a:spcPts val="0"/>
              </a:spcAft>
              <a:buClr>
                <a:schemeClr val="dk1"/>
              </a:buClr>
              <a:buSzPct val="100000"/>
              <a:buChar char="›"/>
            </a:pPr>
            <a:r>
              <a:rPr lang="en-NP"/>
              <a:t>Use Case Diagram Components</a:t>
            </a:r>
            <a:endParaRPr/>
          </a:p>
          <a:p>
            <a:pPr indent="-246888" lvl="1" marL="612648" rtl="0" algn="l">
              <a:lnSpc>
                <a:spcPct val="120000"/>
              </a:lnSpc>
              <a:spcBef>
                <a:spcPts val="600"/>
              </a:spcBef>
              <a:spcAft>
                <a:spcPts val="0"/>
              </a:spcAft>
              <a:buClr>
                <a:schemeClr val="dk1"/>
              </a:buClr>
              <a:buSzPct val="100000"/>
              <a:buChar char="–"/>
            </a:pPr>
            <a:r>
              <a:rPr lang="en-NP"/>
              <a:t>System or System Boundary– Scope of a system can be represented by a system(shape), or sometimes known as a system boundary. The use cases of the system are placed inside the system shape, while the actor who interact with the system are kept out side of the system.</a:t>
            </a:r>
            <a:endParaRPr/>
          </a:p>
          <a:p>
            <a:pPr indent="0" lvl="1" marL="365760" rtl="0" algn="l">
              <a:lnSpc>
                <a:spcPct val="90000"/>
              </a:lnSpc>
              <a:spcBef>
                <a:spcPts val="600"/>
              </a:spcBef>
              <a:spcAft>
                <a:spcPts val="0"/>
              </a:spcAft>
              <a:buClr>
                <a:schemeClr val="dk1"/>
              </a:buClr>
              <a:buSzPct val="100000"/>
              <a:buNone/>
            </a:pPr>
            <a:r>
              <a:t/>
            </a:r>
            <a:endParaRPr/>
          </a:p>
          <a:p>
            <a:pPr indent="0" lvl="1" marL="365760" rtl="0" algn="l">
              <a:lnSpc>
                <a:spcPct val="90000"/>
              </a:lnSpc>
              <a:spcBef>
                <a:spcPts val="600"/>
              </a:spcBef>
              <a:spcAft>
                <a:spcPts val="0"/>
              </a:spcAft>
              <a:buClr>
                <a:schemeClr val="dk1"/>
              </a:buClr>
              <a:buSzPct val="100000"/>
              <a:buNone/>
            </a:pPr>
            <a:br>
              <a:rPr lang="en-NP"/>
            </a:br>
            <a:endParaRPr/>
          </a:p>
          <a:p>
            <a:pPr indent="0" lvl="1" marL="365760" rtl="0" algn="l">
              <a:lnSpc>
                <a:spcPct val="90000"/>
              </a:lnSpc>
              <a:spcBef>
                <a:spcPts val="600"/>
              </a:spcBef>
              <a:spcAft>
                <a:spcPts val="0"/>
              </a:spcAft>
              <a:buClr>
                <a:schemeClr val="dk1"/>
              </a:buClr>
              <a:buSzPct val="100000"/>
              <a:buNone/>
            </a:pPr>
            <a:r>
              <a:t/>
            </a:r>
            <a:endParaRPr/>
          </a:p>
          <a:p>
            <a:pPr indent="0" lvl="1" marL="365760" rtl="0" algn="l">
              <a:lnSpc>
                <a:spcPct val="90000"/>
              </a:lnSpc>
              <a:spcBef>
                <a:spcPts val="600"/>
              </a:spcBef>
              <a:spcAft>
                <a:spcPts val="0"/>
              </a:spcAft>
              <a:buClr>
                <a:schemeClr val="dk1"/>
              </a:buClr>
              <a:buSzPct val="100000"/>
              <a:buNone/>
            </a:pPr>
            <a:r>
              <a:t/>
            </a:r>
            <a:endParaRPr/>
          </a:p>
          <a:p>
            <a:pPr indent="0" lvl="1" marL="365760" rtl="0" algn="l">
              <a:lnSpc>
                <a:spcPct val="90000"/>
              </a:lnSpc>
              <a:spcBef>
                <a:spcPts val="600"/>
              </a:spcBef>
              <a:spcAft>
                <a:spcPts val="0"/>
              </a:spcAft>
              <a:buClr>
                <a:schemeClr val="dk1"/>
              </a:buClr>
              <a:buSzPct val="100000"/>
              <a:buNone/>
            </a:pPr>
            <a:r>
              <a:t/>
            </a:r>
            <a:endParaRPr/>
          </a:p>
          <a:p>
            <a:pPr indent="0" lvl="1" marL="365760" rtl="0" algn="l">
              <a:lnSpc>
                <a:spcPct val="90000"/>
              </a:lnSpc>
              <a:spcBef>
                <a:spcPts val="600"/>
              </a:spcBef>
              <a:spcAft>
                <a:spcPts val="0"/>
              </a:spcAft>
              <a:buClr>
                <a:schemeClr val="dk1"/>
              </a:buClr>
              <a:buSzPct val="100000"/>
              <a:buNone/>
            </a:pPr>
            <a:r>
              <a:t/>
            </a:r>
            <a:endParaRPr/>
          </a:p>
          <a:p>
            <a:pPr indent="-246888" lvl="1" marL="612648" rtl="0" algn="l">
              <a:lnSpc>
                <a:spcPct val="120000"/>
              </a:lnSpc>
              <a:spcBef>
                <a:spcPts val="600"/>
              </a:spcBef>
              <a:spcAft>
                <a:spcPts val="0"/>
              </a:spcAft>
              <a:buClr>
                <a:schemeClr val="dk1"/>
              </a:buClr>
              <a:buSzPct val="100000"/>
              <a:buChar char="–"/>
            </a:pPr>
            <a:r>
              <a:rPr lang="en-NP"/>
              <a:t>Include – An include relationship specifies how the behavior for the inclusion use case is inserted into the behavior defined for the base use case.</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246888" lvl="1" marL="612648" rtl="0" algn="l">
              <a:lnSpc>
                <a:spcPct val="90000"/>
              </a:lnSpc>
              <a:spcBef>
                <a:spcPts val="600"/>
              </a:spcBef>
              <a:spcAft>
                <a:spcPts val="0"/>
              </a:spcAft>
              <a:buClr>
                <a:schemeClr val="dk1"/>
              </a:buClr>
              <a:buSzPct val="100000"/>
              <a:buChar char="–"/>
            </a:pPr>
            <a:r>
              <a:rPr lang="en-NP"/>
              <a:t> </a:t>
            </a:r>
            <a:endParaRPr/>
          </a:p>
        </p:txBody>
      </p:sp>
      <p:sp>
        <p:nvSpPr>
          <p:cNvPr id="366" name="Google Shape;366;p35"/>
          <p:cNvSpPr/>
          <p:nvPr/>
        </p:nvSpPr>
        <p:spPr>
          <a:xfrm>
            <a:off x="5852385" y="2852936"/>
            <a:ext cx="1440159" cy="1468990"/>
          </a:xfrm>
          <a:prstGeom prst="rect">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67" name="Google Shape;367;p35"/>
          <p:cNvGrpSpPr/>
          <p:nvPr/>
        </p:nvGrpSpPr>
        <p:grpSpPr>
          <a:xfrm>
            <a:off x="5001296" y="4990648"/>
            <a:ext cx="2905079" cy="1929109"/>
            <a:chOff x="2450633" y="4674851"/>
            <a:chExt cx="2905079" cy="1929109"/>
          </a:xfrm>
        </p:grpSpPr>
        <p:cxnSp>
          <p:nvCxnSpPr>
            <p:cNvPr id="368" name="Google Shape;368;p35"/>
            <p:cNvCxnSpPr/>
            <p:nvPr/>
          </p:nvCxnSpPr>
          <p:spPr>
            <a:xfrm>
              <a:off x="3214092" y="5229200"/>
              <a:ext cx="1440160" cy="792088"/>
            </a:xfrm>
            <a:prstGeom prst="straightConnector1">
              <a:avLst/>
            </a:prstGeom>
            <a:noFill/>
            <a:ln cap="flat" cmpd="sng" w="25400">
              <a:solidFill>
                <a:schemeClr val="dk2"/>
              </a:solidFill>
              <a:prstDash val="dot"/>
              <a:miter lim="800000"/>
              <a:headEnd len="sm" w="sm" type="none"/>
              <a:tailEnd len="med" w="med" type="triangle"/>
            </a:ln>
          </p:spPr>
        </p:cxnSp>
        <p:sp>
          <p:nvSpPr>
            <p:cNvPr id="369" name="Google Shape;369;p35"/>
            <p:cNvSpPr txBox="1"/>
            <p:nvPr/>
          </p:nvSpPr>
          <p:spPr>
            <a:xfrm>
              <a:off x="3790156" y="5348245"/>
              <a:ext cx="11521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NP" sz="1200">
                  <a:solidFill>
                    <a:schemeClr val="dk1"/>
                  </a:solidFill>
                  <a:latin typeface="Arial"/>
                  <a:ea typeface="Arial"/>
                  <a:cs typeface="Arial"/>
                  <a:sym typeface="Arial"/>
                </a:rPr>
                <a:t>&lt;&lt;include&gt;&gt;</a:t>
              </a:r>
              <a:endParaRPr/>
            </a:p>
          </p:txBody>
        </p:sp>
        <p:sp>
          <p:nvSpPr>
            <p:cNvPr id="370" name="Google Shape;370;p35"/>
            <p:cNvSpPr/>
            <p:nvPr/>
          </p:nvSpPr>
          <p:spPr>
            <a:xfrm rot="8942875">
              <a:off x="2566021" y="4813884"/>
              <a:ext cx="720080" cy="648072"/>
            </a:xfrm>
            <a:prstGeom prst="pie">
              <a:avLst>
                <a:gd fmla="val 10999755" name="adj1"/>
                <a:gd fmla="val 16200000" name="adj2"/>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71" name="Google Shape;371;p35"/>
            <p:cNvSpPr/>
            <p:nvPr/>
          </p:nvSpPr>
          <p:spPr>
            <a:xfrm rot="-634982">
              <a:off x="4582244" y="5895275"/>
              <a:ext cx="720080" cy="648072"/>
            </a:xfrm>
            <a:prstGeom prst="pie">
              <a:avLst>
                <a:gd fmla="val 10999755" name="adj1"/>
                <a:gd fmla="val 16200000" name="adj2"/>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6"/>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377" name="Google Shape;377;p36"/>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fontScale="70000" lnSpcReduction="20000"/>
          </a:bodyPr>
          <a:lstStyle/>
          <a:p>
            <a:pPr indent="-246888" lvl="0" marL="246888" rtl="0" algn="l">
              <a:lnSpc>
                <a:spcPct val="90000"/>
              </a:lnSpc>
              <a:spcBef>
                <a:spcPts val="0"/>
              </a:spcBef>
              <a:spcAft>
                <a:spcPts val="0"/>
              </a:spcAft>
              <a:buClr>
                <a:schemeClr val="dk1"/>
              </a:buClr>
              <a:buSzPct val="100000"/>
              <a:buChar char="›"/>
            </a:pPr>
            <a:r>
              <a:rPr lang="en-NP"/>
              <a:t>Use Case Diagram Components</a:t>
            </a:r>
            <a:endParaRPr/>
          </a:p>
          <a:p>
            <a:pPr indent="-246888" lvl="1" marL="612648" rtl="0" algn="l">
              <a:lnSpc>
                <a:spcPct val="120000"/>
              </a:lnSpc>
              <a:spcBef>
                <a:spcPts val="600"/>
              </a:spcBef>
              <a:spcAft>
                <a:spcPts val="0"/>
              </a:spcAft>
              <a:buClr>
                <a:schemeClr val="dk1"/>
              </a:buClr>
              <a:buSzPct val="100000"/>
              <a:buChar char="–"/>
            </a:pPr>
            <a:r>
              <a:rPr lang="en-NP"/>
              <a:t>Extends – An extend relationship specifies how the behavior of the extension use case be inserted into the behavior defined for the base use case.</a:t>
            </a:r>
            <a:endParaRPr/>
          </a:p>
          <a:p>
            <a:pPr indent="0" lvl="1" marL="365760" rtl="0" algn="l">
              <a:lnSpc>
                <a:spcPct val="90000"/>
              </a:lnSpc>
              <a:spcBef>
                <a:spcPts val="600"/>
              </a:spcBef>
              <a:spcAft>
                <a:spcPts val="0"/>
              </a:spcAft>
              <a:buClr>
                <a:schemeClr val="dk1"/>
              </a:buClr>
              <a:buSzPct val="100000"/>
              <a:buNone/>
            </a:pPr>
            <a:r>
              <a:t/>
            </a:r>
            <a:endParaRPr/>
          </a:p>
          <a:p>
            <a:pPr indent="0" lvl="1" marL="365760" rtl="0" algn="l">
              <a:lnSpc>
                <a:spcPct val="90000"/>
              </a:lnSpc>
              <a:spcBef>
                <a:spcPts val="600"/>
              </a:spcBef>
              <a:spcAft>
                <a:spcPts val="0"/>
              </a:spcAft>
              <a:buClr>
                <a:schemeClr val="dk1"/>
              </a:buClr>
              <a:buSzPct val="100000"/>
              <a:buNone/>
            </a:pPr>
            <a:br>
              <a:rPr lang="en-NP"/>
            </a:br>
            <a:endParaRPr/>
          </a:p>
          <a:p>
            <a:pPr indent="0" lvl="1" marL="365760" rtl="0" algn="l">
              <a:lnSpc>
                <a:spcPct val="90000"/>
              </a:lnSpc>
              <a:spcBef>
                <a:spcPts val="600"/>
              </a:spcBef>
              <a:spcAft>
                <a:spcPts val="0"/>
              </a:spcAft>
              <a:buClr>
                <a:schemeClr val="dk1"/>
              </a:buClr>
              <a:buSzPct val="100000"/>
              <a:buNone/>
            </a:pPr>
            <a:r>
              <a:t/>
            </a:r>
            <a:endParaRPr/>
          </a:p>
          <a:p>
            <a:pPr indent="0" lvl="1" marL="365760" rtl="0" algn="l">
              <a:lnSpc>
                <a:spcPct val="90000"/>
              </a:lnSpc>
              <a:spcBef>
                <a:spcPts val="600"/>
              </a:spcBef>
              <a:spcAft>
                <a:spcPts val="0"/>
              </a:spcAft>
              <a:buClr>
                <a:schemeClr val="dk1"/>
              </a:buClr>
              <a:buSzPct val="100000"/>
              <a:buNone/>
            </a:pPr>
            <a:r>
              <a:t/>
            </a:r>
            <a:endParaRPr/>
          </a:p>
          <a:p>
            <a:pPr indent="0" lvl="1" marL="365760" rtl="0" algn="l">
              <a:lnSpc>
                <a:spcPct val="90000"/>
              </a:lnSpc>
              <a:spcBef>
                <a:spcPts val="600"/>
              </a:spcBef>
              <a:spcAft>
                <a:spcPts val="0"/>
              </a:spcAft>
              <a:buClr>
                <a:schemeClr val="dk1"/>
              </a:buClr>
              <a:buSzPct val="100000"/>
              <a:buNone/>
            </a:pPr>
            <a:r>
              <a:t/>
            </a:r>
            <a:endParaRPr/>
          </a:p>
          <a:p>
            <a:pPr indent="0" lvl="1" marL="365760" rtl="0" algn="l">
              <a:lnSpc>
                <a:spcPct val="90000"/>
              </a:lnSpc>
              <a:spcBef>
                <a:spcPts val="600"/>
              </a:spcBef>
              <a:spcAft>
                <a:spcPts val="0"/>
              </a:spcAft>
              <a:buClr>
                <a:schemeClr val="dk1"/>
              </a:buClr>
              <a:buSzPct val="100000"/>
              <a:buNone/>
            </a:pPr>
            <a:r>
              <a:t/>
            </a:r>
            <a:endParaRPr/>
          </a:p>
          <a:p>
            <a:pPr indent="-246888" lvl="1" marL="612648" rtl="0" algn="l">
              <a:lnSpc>
                <a:spcPct val="120000"/>
              </a:lnSpc>
              <a:spcBef>
                <a:spcPts val="600"/>
              </a:spcBef>
              <a:spcAft>
                <a:spcPts val="0"/>
              </a:spcAft>
              <a:buClr>
                <a:schemeClr val="dk1"/>
              </a:buClr>
              <a:buSzPct val="100000"/>
              <a:buChar char="–"/>
            </a:pPr>
            <a:r>
              <a:rPr lang="en-NP"/>
              <a:t>Generalization – A generalization relationship is used to represent inheritance relationship between model elements of same type.</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140208" lvl="1" marL="612648" rtl="0" algn="l">
              <a:lnSpc>
                <a:spcPct val="90000"/>
              </a:lnSpc>
              <a:spcBef>
                <a:spcPts val="600"/>
              </a:spcBef>
              <a:spcAft>
                <a:spcPts val="0"/>
              </a:spcAft>
              <a:buClr>
                <a:schemeClr val="dk1"/>
              </a:buClr>
              <a:buSzPct val="100000"/>
              <a:buNone/>
            </a:pPr>
            <a:r>
              <a:t/>
            </a:r>
            <a:endParaRPr/>
          </a:p>
          <a:p>
            <a:pPr indent="-246888" lvl="1" marL="612648" rtl="0" algn="l">
              <a:lnSpc>
                <a:spcPct val="90000"/>
              </a:lnSpc>
              <a:spcBef>
                <a:spcPts val="600"/>
              </a:spcBef>
              <a:spcAft>
                <a:spcPts val="0"/>
              </a:spcAft>
              <a:buClr>
                <a:schemeClr val="dk1"/>
              </a:buClr>
              <a:buSzPct val="100000"/>
              <a:buChar char="–"/>
            </a:pPr>
            <a:r>
              <a:rPr lang="en-NP"/>
              <a:t> </a:t>
            </a:r>
            <a:endParaRPr/>
          </a:p>
        </p:txBody>
      </p:sp>
      <p:grpSp>
        <p:nvGrpSpPr>
          <p:cNvPr id="378" name="Google Shape;378;p36"/>
          <p:cNvGrpSpPr/>
          <p:nvPr/>
        </p:nvGrpSpPr>
        <p:grpSpPr>
          <a:xfrm>
            <a:off x="4989530" y="4806569"/>
            <a:ext cx="2905079" cy="1929109"/>
            <a:chOff x="2450633" y="4674851"/>
            <a:chExt cx="2905079" cy="1929109"/>
          </a:xfrm>
        </p:grpSpPr>
        <p:cxnSp>
          <p:nvCxnSpPr>
            <p:cNvPr id="379" name="Google Shape;379;p36"/>
            <p:cNvCxnSpPr/>
            <p:nvPr/>
          </p:nvCxnSpPr>
          <p:spPr>
            <a:xfrm rot="10800000">
              <a:off x="3267483" y="5218708"/>
              <a:ext cx="1368152" cy="820294"/>
            </a:xfrm>
            <a:prstGeom prst="straightConnector1">
              <a:avLst/>
            </a:prstGeom>
            <a:noFill/>
            <a:ln cap="flat" cmpd="sng" w="25400">
              <a:solidFill>
                <a:schemeClr val="dk2"/>
              </a:solidFill>
              <a:prstDash val="solid"/>
              <a:miter lim="800000"/>
              <a:headEnd len="sm" w="sm" type="none"/>
              <a:tailEnd len="med" w="med" type="triangle"/>
            </a:ln>
          </p:spPr>
        </p:cxnSp>
        <p:sp>
          <p:nvSpPr>
            <p:cNvPr id="380" name="Google Shape;380;p36"/>
            <p:cNvSpPr/>
            <p:nvPr/>
          </p:nvSpPr>
          <p:spPr>
            <a:xfrm rot="8942875">
              <a:off x="2566021" y="4813884"/>
              <a:ext cx="720080" cy="648072"/>
            </a:xfrm>
            <a:prstGeom prst="pie">
              <a:avLst>
                <a:gd fmla="val 10999755" name="adj1"/>
                <a:gd fmla="val 16200000" name="adj2"/>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81" name="Google Shape;381;p36"/>
            <p:cNvSpPr/>
            <p:nvPr/>
          </p:nvSpPr>
          <p:spPr>
            <a:xfrm rot="-634982">
              <a:off x="4582244" y="5895275"/>
              <a:ext cx="720080" cy="648072"/>
            </a:xfrm>
            <a:prstGeom prst="pie">
              <a:avLst>
                <a:gd fmla="val 10999755" name="adj1"/>
                <a:gd fmla="val 16200000" name="adj2"/>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grpSp>
        <p:nvGrpSpPr>
          <p:cNvPr id="382" name="Google Shape;382;p36"/>
          <p:cNvGrpSpPr/>
          <p:nvPr/>
        </p:nvGrpSpPr>
        <p:grpSpPr>
          <a:xfrm>
            <a:off x="4394848" y="2217799"/>
            <a:ext cx="2905079" cy="1929109"/>
            <a:chOff x="2450633" y="4674851"/>
            <a:chExt cx="2905079" cy="1929109"/>
          </a:xfrm>
        </p:grpSpPr>
        <p:cxnSp>
          <p:nvCxnSpPr>
            <p:cNvPr id="383" name="Google Shape;383;p36"/>
            <p:cNvCxnSpPr/>
            <p:nvPr/>
          </p:nvCxnSpPr>
          <p:spPr>
            <a:xfrm rot="10800000">
              <a:off x="3286101" y="5272777"/>
              <a:ext cx="1385916" cy="757291"/>
            </a:xfrm>
            <a:prstGeom prst="straightConnector1">
              <a:avLst/>
            </a:prstGeom>
            <a:noFill/>
            <a:ln cap="flat" cmpd="sng" w="25400">
              <a:solidFill>
                <a:schemeClr val="dk2"/>
              </a:solidFill>
              <a:prstDash val="dot"/>
              <a:miter lim="800000"/>
              <a:headEnd len="sm" w="sm" type="none"/>
              <a:tailEnd len="med" w="med" type="triangle"/>
            </a:ln>
          </p:spPr>
        </p:cxnSp>
        <p:sp>
          <p:nvSpPr>
            <p:cNvPr id="384" name="Google Shape;384;p36"/>
            <p:cNvSpPr txBox="1"/>
            <p:nvPr/>
          </p:nvSpPr>
          <p:spPr>
            <a:xfrm>
              <a:off x="3790156" y="5348245"/>
              <a:ext cx="11521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NP" sz="1200">
                  <a:solidFill>
                    <a:schemeClr val="dk1"/>
                  </a:solidFill>
                  <a:latin typeface="Arial"/>
                  <a:ea typeface="Arial"/>
                  <a:cs typeface="Arial"/>
                  <a:sym typeface="Arial"/>
                </a:rPr>
                <a:t>&lt;&lt;extend&gt;&gt;</a:t>
              </a:r>
              <a:endParaRPr/>
            </a:p>
          </p:txBody>
        </p:sp>
        <p:sp>
          <p:nvSpPr>
            <p:cNvPr id="385" name="Google Shape;385;p36"/>
            <p:cNvSpPr/>
            <p:nvPr/>
          </p:nvSpPr>
          <p:spPr>
            <a:xfrm rot="8942875">
              <a:off x="2566021" y="4813884"/>
              <a:ext cx="720080" cy="648072"/>
            </a:xfrm>
            <a:prstGeom prst="pie">
              <a:avLst>
                <a:gd fmla="val 10999755" name="adj1"/>
                <a:gd fmla="val 16200000" name="adj2"/>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86" name="Google Shape;386;p36"/>
            <p:cNvSpPr/>
            <p:nvPr/>
          </p:nvSpPr>
          <p:spPr>
            <a:xfrm rot="-634982">
              <a:off x="4582244" y="5895275"/>
              <a:ext cx="720080" cy="648072"/>
            </a:xfrm>
            <a:prstGeom prst="pie">
              <a:avLst>
                <a:gd fmla="val 10999755" name="adj1"/>
                <a:gd fmla="val 16200000" name="adj2"/>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7"/>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392" name="Google Shape;392;p37"/>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fontScale="77500" lnSpcReduction="20000"/>
          </a:bodyPr>
          <a:lstStyle/>
          <a:p>
            <a:pPr indent="-246888" lvl="0" marL="246888" rtl="0" algn="l">
              <a:lnSpc>
                <a:spcPct val="90000"/>
              </a:lnSpc>
              <a:spcBef>
                <a:spcPts val="0"/>
              </a:spcBef>
              <a:spcAft>
                <a:spcPts val="0"/>
              </a:spcAft>
              <a:buClr>
                <a:schemeClr val="dk1"/>
              </a:buClr>
              <a:buSzPct val="100000"/>
              <a:buChar char="›"/>
            </a:pPr>
            <a:r>
              <a:rPr lang="en-NP"/>
              <a:t>Actor</a:t>
            </a:r>
            <a:endParaRPr/>
          </a:p>
          <a:p>
            <a:pPr indent="-246888" lvl="1" marL="612648" rtl="0" algn="l">
              <a:lnSpc>
                <a:spcPct val="90000"/>
              </a:lnSpc>
              <a:spcBef>
                <a:spcPts val="600"/>
              </a:spcBef>
              <a:spcAft>
                <a:spcPts val="0"/>
              </a:spcAft>
              <a:buClr>
                <a:schemeClr val="dk1"/>
              </a:buClr>
              <a:buSzPct val="100000"/>
              <a:buChar char="–"/>
            </a:pPr>
            <a:r>
              <a:rPr lang="en-NP"/>
              <a:t>An actor is some one or something that must interact with the system under development</a:t>
            </a:r>
            <a:endParaRPr/>
          </a:p>
          <a:p>
            <a:pPr indent="-246888" lvl="1" marL="612648" rtl="0" algn="l">
              <a:lnSpc>
                <a:spcPct val="90000"/>
              </a:lnSpc>
              <a:spcBef>
                <a:spcPts val="600"/>
              </a:spcBef>
              <a:spcAft>
                <a:spcPts val="0"/>
              </a:spcAft>
              <a:buClr>
                <a:schemeClr val="dk1"/>
              </a:buClr>
              <a:buSzPct val="100000"/>
              <a:buChar char="–"/>
            </a:pPr>
            <a:r>
              <a:rPr lang="en-NP"/>
              <a:t>Actors can be human or automated systems</a:t>
            </a:r>
            <a:endParaRPr/>
          </a:p>
          <a:p>
            <a:pPr indent="-246888" lvl="1" marL="612648" rtl="0" algn="l">
              <a:lnSpc>
                <a:spcPct val="90000"/>
              </a:lnSpc>
              <a:spcBef>
                <a:spcPts val="600"/>
              </a:spcBef>
              <a:spcAft>
                <a:spcPts val="0"/>
              </a:spcAft>
              <a:buClr>
                <a:schemeClr val="dk1"/>
              </a:buClr>
              <a:buSzPct val="100000"/>
              <a:buChar char="–"/>
            </a:pPr>
            <a:r>
              <a:rPr lang="en-NP"/>
              <a:t>Actors are not part of the system</a:t>
            </a:r>
            <a:endParaRPr/>
          </a:p>
          <a:p>
            <a:pPr indent="-246888" lvl="1" marL="612648" rtl="0" algn="l">
              <a:lnSpc>
                <a:spcPct val="90000"/>
              </a:lnSpc>
              <a:spcBef>
                <a:spcPts val="600"/>
              </a:spcBef>
              <a:spcAft>
                <a:spcPts val="0"/>
              </a:spcAft>
              <a:buClr>
                <a:schemeClr val="dk1"/>
              </a:buClr>
              <a:buSzPct val="100000"/>
              <a:buChar char="–"/>
            </a:pPr>
            <a:r>
              <a:rPr lang="en-NP"/>
              <a:t>UML notation for actor is stickman</a:t>
            </a:r>
            <a:endParaRPr/>
          </a:p>
          <a:p>
            <a:pPr indent="-246888" lvl="1" marL="612648" rtl="0" algn="l">
              <a:lnSpc>
                <a:spcPct val="90000"/>
              </a:lnSpc>
              <a:spcBef>
                <a:spcPts val="600"/>
              </a:spcBef>
              <a:spcAft>
                <a:spcPts val="0"/>
              </a:spcAft>
              <a:buClr>
                <a:schemeClr val="dk1"/>
              </a:buClr>
              <a:buSzPct val="100000"/>
              <a:buChar char="–"/>
            </a:pPr>
            <a:r>
              <a:rPr lang="en-NP"/>
              <a:t>Actors carry out use cases and single actor may perform more than one use cases</a:t>
            </a:r>
            <a:endParaRPr/>
          </a:p>
          <a:p>
            <a:pPr indent="-246888" lvl="1" marL="612648" rtl="0" algn="l">
              <a:lnSpc>
                <a:spcPct val="90000"/>
              </a:lnSpc>
              <a:spcBef>
                <a:spcPts val="600"/>
              </a:spcBef>
              <a:spcAft>
                <a:spcPts val="0"/>
              </a:spcAft>
              <a:buClr>
                <a:schemeClr val="dk1"/>
              </a:buClr>
              <a:buSzPct val="100000"/>
              <a:buChar char="–"/>
            </a:pPr>
            <a:r>
              <a:rPr lang="en-NP"/>
              <a:t>Actors are determined by observing the direct uses of the system</a:t>
            </a:r>
            <a:endParaRPr/>
          </a:p>
          <a:p>
            <a:pPr indent="-246888" lvl="0" marL="246888" rtl="0" algn="l">
              <a:lnSpc>
                <a:spcPct val="90000"/>
              </a:lnSpc>
              <a:spcBef>
                <a:spcPts val="1400"/>
              </a:spcBef>
              <a:spcAft>
                <a:spcPts val="0"/>
              </a:spcAft>
              <a:buClr>
                <a:schemeClr val="dk1"/>
              </a:buClr>
              <a:buSzPct val="100000"/>
              <a:buChar char="›"/>
            </a:pPr>
            <a:r>
              <a:rPr lang="en-NP"/>
              <a:t>Primary Actor</a:t>
            </a:r>
            <a:endParaRPr/>
          </a:p>
          <a:p>
            <a:pPr indent="-246888" lvl="1" marL="612648" rtl="0" algn="l">
              <a:lnSpc>
                <a:spcPct val="90000"/>
              </a:lnSpc>
              <a:spcBef>
                <a:spcPts val="600"/>
              </a:spcBef>
              <a:spcAft>
                <a:spcPts val="0"/>
              </a:spcAft>
              <a:buClr>
                <a:schemeClr val="dk1"/>
              </a:buClr>
              <a:buSzPct val="100000"/>
              <a:buChar char="–"/>
            </a:pPr>
            <a:r>
              <a:rPr lang="en-NP"/>
              <a:t>Acts on the system</a:t>
            </a:r>
            <a:endParaRPr/>
          </a:p>
          <a:p>
            <a:pPr indent="-246888" lvl="1" marL="612648" rtl="0" algn="l">
              <a:lnSpc>
                <a:spcPct val="90000"/>
              </a:lnSpc>
              <a:spcBef>
                <a:spcPts val="600"/>
              </a:spcBef>
              <a:spcAft>
                <a:spcPts val="0"/>
              </a:spcAft>
              <a:buClr>
                <a:schemeClr val="dk1"/>
              </a:buClr>
              <a:buSzPct val="100000"/>
              <a:buChar char="–"/>
            </a:pPr>
            <a:r>
              <a:rPr lang="en-NP"/>
              <a:t>Initiate an interaction with the system</a:t>
            </a:r>
            <a:endParaRPr/>
          </a:p>
          <a:p>
            <a:pPr indent="-246888" lvl="1" marL="612648" rtl="0" algn="l">
              <a:lnSpc>
                <a:spcPct val="90000"/>
              </a:lnSpc>
              <a:spcBef>
                <a:spcPts val="600"/>
              </a:spcBef>
              <a:spcAft>
                <a:spcPts val="0"/>
              </a:spcAft>
              <a:buClr>
                <a:schemeClr val="dk1"/>
              </a:buClr>
              <a:buSzPct val="100000"/>
              <a:buChar char="–"/>
            </a:pPr>
            <a:r>
              <a:rPr lang="en-NP"/>
              <a:t>Uses the system to fulfill his/her goal</a:t>
            </a:r>
            <a:endParaRPr/>
          </a:p>
          <a:p>
            <a:pPr indent="-246888" lvl="1" marL="612648" rtl="0" algn="l">
              <a:lnSpc>
                <a:spcPct val="90000"/>
              </a:lnSpc>
              <a:spcBef>
                <a:spcPts val="600"/>
              </a:spcBef>
              <a:spcAft>
                <a:spcPts val="0"/>
              </a:spcAft>
              <a:buClr>
                <a:schemeClr val="dk1"/>
              </a:buClr>
              <a:buSzPct val="100000"/>
              <a:buChar char="–"/>
            </a:pPr>
            <a:r>
              <a:rPr lang="en-NP"/>
              <a:t>Events something we don’t have control over</a:t>
            </a:r>
            <a:endParaRPr/>
          </a:p>
          <a:p>
            <a:pPr indent="-246888" lvl="0" marL="246888" rtl="0" algn="l">
              <a:lnSpc>
                <a:spcPct val="90000"/>
              </a:lnSpc>
              <a:spcBef>
                <a:spcPts val="1400"/>
              </a:spcBef>
              <a:spcAft>
                <a:spcPts val="0"/>
              </a:spcAft>
              <a:buClr>
                <a:schemeClr val="dk1"/>
              </a:buClr>
              <a:buSzPct val="100000"/>
              <a:buChar char="›"/>
            </a:pPr>
            <a:r>
              <a:rPr lang="en-NP"/>
              <a:t>Secondary Actor</a:t>
            </a:r>
            <a:endParaRPr/>
          </a:p>
          <a:p>
            <a:pPr indent="-246888" lvl="1" marL="612648" rtl="0" algn="l">
              <a:lnSpc>
                <a:spcPct val="90000"/>
              </a:lnSpc>
              <a:spcBef>
                <a:spcPts val="600"/>
              </a:spcBef>
              <a:spcAft>
                <a:spcPts val="0"/>
              </a:spcAft>
              <a:buClr>
                <a:schemeClr val="dk1"/>
              </a:buClr>
              <a:buSzPct val="100000"/>
              <a:buChar char="–"/>
            </a:pPr>
            <a:r>
              <a:rPr lang="en-NP"/>
              <a:t>Is actoed on/invoked/used by the system</a:t>
            </a:r>
            <a:endParaRPr/>
          </a:p>
          <a:p>
            <a:pPr indent="-246888" lvl="1" marL="612648" rtl="0" algn="l">
              <a:lnSpc>
                <a:spcPct val="90000"/>
              </a:lnSpc>
              <a:spcBef>
                <a:spcPts val="600"/>
              </a:spcBef>
              <a:spcAft>
                <a:spcPts val="0"/>
              </a:spcAft>
              <a:buClr>
                <a:schemeClr val="dk1"/>
              </a:buClr>
              <a:buSzPct val="100000"/>
              <a:buChar char="–"/>
            </a:pPr>
            <a:r>
              <a:rPr lang="en-NP"/>
              <a:t>Helps the system to fulfill its goal</a:t>
            </a:r>
            <a:endParaRPr/>
          </a:p>
          <a:p>
            <a:pPr indent="-246888" lvl="1" marL="612648" rtl="0" algn="l">
              <a:lnSpc>
                <a:spcPct val="90000"/>
              </a:lnSpc>
              <a:spcBef>
                <a:spcPts val="600"/>
              </a:spcBef>
              <a:spcAft>
                <a:spcPts val="0"/>
              </a:spcAft>
              <a:buClr>
                <a:schemeClr val="dk1"/>
              </a:buClr>
              <a:buSzPct val="100000"/>
              <a:buChar char="–"/>
            </a:pPr>
            <a:r>
              <a:rPr lang="en-NP"/>
              <a:t>Something the system uses to get its job done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8"/>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398" name="Google Shape;398;p38"/>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Generalization</a:t>
            </a:r>
            <a:endParaRPr/>
          </a:p>
          <a:p>
            <a:pPr indent="-246888" lvl="1" marL="612648" rtl="0" algn="l">
              <a:lnSpc>
                <a:spcPct val="90000"/>
              </a:lnSpc>
              <a:spcBef>
                <a:spcPts val="600"/>
              </a:spcBef>
              <a:spcAft>
                <a:spcPts val="0"/>
              </a:spcAft>
              <a:buClr>
                <a:schemeClr val="dk1"/>
              </a:buClr>
              <a:buSzPts val="2400"/>
              <a:buChar char="–"/>
            </a:pPr>
            <a:r>
              <a:rPr lang="en-NP"/>
              <a:t>Generalization is a relationship between general use case and a more specific use case that inherits and extends features to it.</a:t>
            </a:r>
            <a:endParaRPr/>
          </a:p>
          <a:p>
            <a:pPr indent="-246888" lvl="1" marL="612648" rtl="0" algn="l">
              <a:lnSpc>
                <a:spcPct val="90000"/>
              </a:lnSpc>
              <a:spcBef>
                <a:spcPts val="600"/>
              </a:spcBef>
              <a:spcAft>
                <a:spcPts val="0"/>
              </a:spcAft>
              <a:buClr>
                <a:schemeClr val="dk1"/>
              </a:buClr>
              <a:buSzPts val="2400"/>
              <a:buChar char="–"/>
            </a:pPr>
            <a:r>
              <a:rPr lang="en-NP"/>
              <a:t>Use cases that are specialized version of the uses cases</a:t>
            </a:r>
            <a:endParaRPr/>
          </a:p>
          <a:p>
            <a:pPr indent="-246888" lvl="1" marL="612648" rtl="0" algn="l">
              <a:lnSpc>
                <a:spcPct val="90000"/>
              </a:lnSpc>
              <a:spcBef>
                <a:spcPts val="600"/>
              </a:spcBef>
              <a:spcAft>
                <a:spcPts val="0"/>
              </a:spcAft>
              <a:buClr>
                <a:schemeClr val="dk1"/>
              </a:buClr>
              <a:buSzPts val="2400"/>
              <a:buChar char="–"/>
            </a:pPr>
            <a:r>
              <a:rPr lang="en-NP"/>
              <a:t>It is shown as a solid line with hollow arrow point</a:t>
            </a:r>
            <a:endParaRPr/>
          </a:p>
          <a:p>
            <a:pPr indent="-246888" lvl="1" marL="612648" rtl="0" algn="l">
              <a:lnSpc>
                <a:spcPct val="90000"/>
              </a:lnSpc>
              <a:spcBef>
                <a:spcPts val="600"/>
              </a:spcBef>
              <a:spcAft>
                <a:spcPts val="0"/>
              </a:spcAft>
              <a:buClr>
                <a:schemeClr val="dk1"/>
              </a:buClr>
              <a:buSzPts val="2400"/>
              <a:buChar char="–"/>
            </a:pPr>
            <a:r>
              <a:rPr lang="en-NP"/>
              <a:t>Example</a:t>
            </a:r>
            <a:endParaRPr/>
          </a:p>
          <a:p>
            <a:pPr indent="-246888" lvl="2" marL="978408" rtl="0" algn="l">
              <a:lnSpc>
                <a:spcPct val="90000"/>
              </a:lnSpc>
              <a:spcBef>
                <a:spcPts val="600"/>
              </a:spcBef>
              <a:spcAft>
                <a:spcPts val="0"/>
              </a:spcAft>
              <a:buClr>
                <a:schemeClr val="dk1"/>
              </a:buClr>
              <a:buSzPts val="1600"/>
              <a:buChar char="›"/>
            </a:pPr>
            <a:r>
              <a:rPr lang="en-NP" sz="1600"/>
              <a:t>The actor order registry clerk can </a:t>
            </a:r>
            <a:br>
              <a:rPr lang="en-NP" sz="1600"/>
            </a:br>
            <a:r>
              <a:rPr lang="en-NP" sz="1600"/>
              <a:t>instantiate the general use case Place order</a:t>
            </a:r>
            <a:endParaRPr/>
          </a:p>
          <a:p>
            <a:pPr indent="-246888" lvl="2" marL="978408" rtl="0" algn="l">
              <a:lnSpc>
                <a:spcPct val="90000"/>
              </a:lnSpc>
              <a:spcBef>
                <a:spcPts val="600"/>
              </a:spcBef>
              <a:spcAft>
                <a:spcPts val="0"/>
              </a:spcAft>
              <a:buClr>
                <a:schemeClr val="dk1"/>
              </a:buClr>
              <a:buSzPts val="1600"/>
              <a:buChar char="›"/>
            </a:pPr>
            <a:r>
              <a:rPr lang="en-NP" sz="1600"/>
              <a:t>Place order can also be specialixed by the </a:t>
            </a:r>
            <a:br>
              <a:rPr lang="en-NP" sz="1600"/>
            </a:br>
            <a:r>
              <a:rPr lang="en-NP" sz="1600"/>
              <a:t>use cases Phone order or internet Order</a:t>
            </a:r>
            <a:endParaRPr/>
          </a:p>
        </p:txBody>
      </p:sp>
      <p:grpSp>
        <p:nvGrpSpPr>
          <p:cNvPr id="399" name="Google Shape;399;p38"/>
          <p:cNvGrpSpPr/>
          <p:nvPr/>
        </p:nvGrpSpPr>
        <p:grpSpPr>
          <a:xfrm>
            <a:off x="7823695" y="3449240"/>
            <a:ext cx="3950884" cy="3432921"/>
            <a:chOff x="7823695" y="3449240"/>
            <a:chExt cx="3950884" cy="3432921"/>
          </a:xfrm>
        </p:grpSpPr>
        <p:grpSp>
          <p:nvGrpSpPr>
            <p:cNvPr id="400" name="Google Shape;400;p38"/>
            <p:cNvGrpSpPr/>
            <p:nvPr/>
          </p:nvGrpSpPr>
          <p:grpSpPr>
            <a:xfrm>
              <a:off x="7823695" y="3805065"/>
              <a:ext cx="1152128" cy="1091042"/>
              <a:chOff x="7322783" y="3861048"/>
              <a:chExt cx="1152128" cy="1091042"/>
            </a:xfrm>
          </p:grpSpPr>
          <p:grpSp>
            <p:nvGrpSpPr>
              <p:cNvPr id="401" name="Google Shape;401;p38"/>
              <p:cNvGrpSpPr/>
              <p:nvPr/>
            </p:nvGrpSpPr>
            <p:grpSpPr>
              <a:xfrm>
                <a:off x="7678588" y="3861048"/>
                <a:ext cx="432048" cy="604514"/>
                <a:chOff x="2363965" y="4509120"/>
                <a:chExt cx="1034015" cy="1656184"/>
              </a:xfrm>
            </p:grpSpPr>
            <p:sp>
              <p:nvSpPr>
                <p:cNvPr id="402" name="Google Shape;402;p38"/>
                <p:cNvSpPr/>
                <p:nvPr/>
              </p:nvSpPr>
              <p:spPr>
                <a:xfrm>
                  <a:off x="2638028" y="4509120"/>
                  <a:ext cx="504056" cy="504056"/>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03" name="Google Shape;403;p38"/>
                <p:cNvCxnSpPr>
                  <a:stCxn id="402" idx="4"/>
                </p:cNvCxnSpPr>
                <p:nvPr/>
              </p:nvCxnSpPr>
              <p:spPr>
                <a:xfrm>
                  <a:off x="2890056" y="5013176"/>
                  <a:ext cx="0" cy="720000"/>
                </a:xfrm>
                <a:prstGeom prst="straightConnector1">
                  <a:avLst/>
                </a:prstGeom>
                <a:noFill/>
                <a:ln cap="flat" cmpd="sng" w="38100">
                  <a:solidFill>
                    <a:schemeClr val="dk2"/>
                  </a:solidFill>
                  <a:prstDash val="solid"/>
                  <a:miter lim="800000"/>
                  <a:headEnd len="sm" w="sm" type="none"/>
                  <a:tailEnd len="sm" w="sm" type="none"/>
                </a:ln>
              </p:spPr>
            </p:cxnSp>
            <p:cxnSp>
              <p:nvCxnSpPr>
                <p:cNvPr id="404" name="Google Shape;404;p38"/>
                <p:cNvCxnSpPr/>
                <p:nvPr/>
              </p:nvCxnSpPr>
              <p:spPr>
                <a:xfrm flipH="1">
                  <a:off x="2494012" y="5733256"/>
                  <a:ext cx="396044" cy="432048"/>
                </a:xfrm>
                <a:prstGeom prst="straightConnector1">
                  <a:avLst/>
                </a:prstGeom>
                <a:noFill/>
                <a:ln cap="flat" cmpd="sng" w="38100">
                  <a:solidFill>
                    <a:schemeClr val="dk2"/>
                  </a:solidFill>
                  <a:prstDash val="solid"/>
                  <a:miter lim="800000"/>
                  <a:headEnd len="sm" w="sm" type="none"/>
                  <a:tailEnd len="sm" w="sm" type="none"/>
                </a:ln>
              </p:spPr>
            </p:cxnSp>
            <p:cxnSp>
              <p:nvCxnSpPr>
                <p:cNvPr id="405" name="Google Shape;405;p38"/>
                <p:cNvCxnSpPr/>
                <p:nvPr/>
              </p:nvCxnSpPr>
              <p:spPr>
                <a:xfrm>
                  <a:off x="2890056" y="5733256"/>
                  <a:ext cx="396044" cy="432048"/>
                </a:xfrm>
                <a:prstGeom prst="straightConnector1">
                  <a:avLst/>
                </a:prstGeom>
                <a:noFill/>
                <a:ln cap="flat" cmpd="sng" w="38100">
                  <a:solidFill>
                    <a:schemeClr val="dk2"/>
                  </a:solidFill>
                  <a:prstDash val="solid"/>
                  <a:miter lim="800000"/>
                  <a:headEnd len="sm" w="sm" type="none"/>
                  <a:tailEnd len="sm" w="sm" type="none"/>
                </a:ln>
              </p:spPr>
            </p:cxnSp>
            <p:cxnSp>
              <p:nvCxnSpPr>
                <p:cNvPr id="406" name="Google Shape;406;p38"/>
                <p:cNvCxnSpPr/>
                <p:nvPr/>
              </p:nvCxnSpPr>
              <p:spPr>
                <a:xfrm rot="10800000">
                  <a:off x="2363965" y="5229200"/>
                  <a:ext cx="1034015" cy="0"/>
                </a:xfrm>
                <a:prstGeom prst="straightConnector1">
                  <a:avLst/>
                </a:prstGeom>
                <a:noFill/>
                <a:ln cap="flat" cmpd="sng" w="38100">
                  <a:solidFill>
                    <a:schemeClr val="dk2"/>
                  </a:solidFill>
                  <a:prstDash val="solid"/>
                  <a:miter lim="800000"/>
                  <a:headEnd len="sm" w="sm" type="none"/>
                  <a:tailEnd len="sm" w="sm" type="none"/>
                </a:ln>
              </p:spPr>
            </p:cxnSp>
          </p:grpSp>
          <p:sp>
            <p:nvSpPr>
              <p:cNvPr id="407" name="Google Shape;407;p38"/>
              <p:cNvSpPr txBox="1"/>
              <p:nvPr/>
            </p:nvSpPr>
            <p:spPr>
              <a:xfrm>
                <a:off x="7322783" y="4490425"/>
                <a:ext cx="1152128"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NP" sz="1200">
                    <a:solidFill>
                      <a:schemeClr val="dk1"/>
                    </a:solidFill>
                    <a:latin typeface="Arial"/>
                    <a:ea typeface="Arial"/>
                    <a:cs typeface="Arial"/>
                    <a:sym typeface="Arial"/>
                  </a:rPr>
                  <a:t>Order Registry clerk</a:t>
                </a:r>
                <a:endParaRPr/>
              </a:p>
            </p:txBody>
          </p:sp>
        </p:grpSp>
        <p:grpSp>
          <p:nvGrpSpPr>
            <p:cNvPr id="408" name="Google Shape;408;p38"/>
            <p:cNvGrpSpPr/>
            <p:nvPr/>
          </p:nvGrpSpPr>
          <p:grpSpPr>
            <a:xfrm>
              <a:off x="9000684" y="5916488"/>
              <a:ext cx="1152128" cy="906376"/>
              <a:chOff x="7322783" y="3861048"/>
              <a:chExt cx="1152128" cy="906376"/>
            </a:xfrm>
          </p:grpSpPr>
          <p:grpSp>
            <p:nvGrpSpPr>
              <p:cNvPr id="409" name="Google Shape;409;p38"/>
              <p:cNvGrpSpPr/>
              <p:nvPr/>
            </p:nvGrpSpPr>
            <p:grpSpPr>
              <a:xfrm>
                <a:off x="7678588" y="3861048"/>
                <a:ext cx="432048" cy="604514"/>
                <a:chOff x="2363965" y="4509120"/>
                <a:chExt cx="1034015" cy="1656184"/>
              </a:xfrm>
            </p:grpSpPr>
            <p:sp>
              <p:nvSpPr>
                <p:cNvPr id="410" name="Google Shape;410;p38"/>
                <p:cNvSpPr/>
                <p:nvPr/>
              </p:nvSpPr>
              <p:spPr>
                <a:xfrm>
                  <a:off x="2638028" y="4509120"/>
                  <a:ext cx="504056" cy="504056"/>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11" name="Google Shape;411;p38"/>
                <p:cNvCxnSpPr>
                  <a:stCxn id="410" idx="4"/>
                </p:cNvCxnSpPr>
                <p:nvPr/>
              </p:nvCxnSpPr>
              <p:spPr>
                <a:xfrm>
                  <a:off x="2890056" y="5013176"/>
                  <a:ext cx="0" cy="720000"/>
                </a:xfrm>
                <a:prstGeom prst="straightConnector1">
                  <a:avLst/>
                </a:prstGeom>
                <a:noFill/>
                <a:ln cap="flat" cmpd="sng" w="38100">
                  <a:solidFill>
                    <a:schemeClr val="dk2"/>
                  </a:solidFill>
                  <a:prstDash val="solid"/>
                  <a:miter lim="800000"/>
                  <a:headEnd len="sm" w="sm" type="none"/>
                  <a:tailEnd len="sm" w="sm" type="none"/>
                </a:ln>
              </p:spPr>
            </p:cxnSp>
            <p:cxnSp>
              <p:nvCxnSpPr>
                <p:cNvPr id="412" name="Google Shape;412;p38"/>
                <p:cNvCxnSpPr/>
                <p:nvPr/>
              </p:nvCxnSpPr>
              <p:spPr>
                <a:xfrm flipH="1">
                  <a:off x="2494012" y="5733256"/>
                  <a:ext cx="396044" cy="432048"/>
                </a:xfrm>
                <a:prstGeom prst="straightConnector1">
                  <a:avLst/>
                </a:prstGeom>
                <a:noFill/>
                <a:ln cap="flat" cmpd="sng" w="38100">
                  <a:solidFill>
                    <a:schemeClr val="dk2"/>
                  </a:solidFill>
                  <a:prstDash val="solid"/>
                  <a:miter lim="800000"/>
                  <a:headEnd len="sm" w="sm" type="none"/>
                  <a:tailEnd len="sm" w="sm" type="none"/>
                </a:ln>
              </p:spPr>
            </p:cxnSp>
            <p:cxnSp>
              <p:nvCxnSpPr>
                <p:cNvPr id="413" name="Google Shape;413;p38"/>
                <p:cNvCxnSpPr/>
                <p:nvPr/>
              </p:nvCxnSpPr>
              <p:spPr>
                <a:xfrm>
                  <a:off x="2890056" y="5733256"/>
                  <a:ext cx="396044" cy="432048"/>
                </a:xfrm>
                <a:prstGeom prst="straightConnector1">
                  <a:avLst/>
                </a:prstGeom>
                <a:noFill/>
                <a:ln cap="flat" cmpd="sng" w="38100">
                  <a:solidFill>
                    <a:schemeClr val="dk2"/>
                  </a:solidFill>
                  <a:prstDash val="solid"/>
                  <a:miter lim="800000"/>
                  <a:headEnd len="sm" w="sm" type="none"/>
                  <a:tailEnd len="sm" w="sm" type="none"/>
                </a:ln>
              </p:spPr>
            </p:cxnSp>
            <p:cxnSp>
              <p:nvCxnSpPr>
                <p:cNvPr id="414" name="Google Shape;414;p38"/>
                <p:cNvCxnSpPr/>
                <p:nvPr/>
              </p:nvCxnSpPr>
              <p:spPr>
                <a:xfrm rot="10800000">
                  <a:off x="2363965" y="5229200"/>
                  <a:ext cx="1034015" cy="0"/>
                </a:xfrm>
                <a:prstGeom prst="straightConnector1">
                  <a:avLst/>
                </a:prstGeom>
                <a:noFill/>
                <a:ln cap="flat" cmpd="sng" w="38100">
                  <a:solidFill>
                    <a:schemeClr val="dk2"/>
                  </a:solidFill>
                  <a:prstDash val="solid"/>
                  <a:miter lim="800000"/>
                  <a:headEnd len="sm" w="sm" type="none"/>
                  <a:tailEnd len="sm" w="sm" type="none"/>
                </a:ln>
              </p:spPr>
            </p:cxnSp>
          </p:grpSp>
          <p:sp>
            <p:nvSpPr>
              <p:cNvPr id="415" name="Google Shape;415;p38"/>
              <p:cNvSpPr txBox="1"/>
              <p:nvPr/>
            </p:nvSpPr>
            <p:spPr>
              <a:xfrm>
                <a:off x="7322783" y="4490425"/>
                <a:ext cx="1152128"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NP" sz="1200">
                    <a:solidFill>
                      <a:schemeClr val="dk1"/>
                    </a:solidFill>
                    <a:latin typeface="Arial"/>
                    <a:ea typeface="Arial"/>
                    <a:cs typeface="Arial"/>
                    <a:sym typeface="Arial"/>
                  </a:rPr>
                  <a:t>Customer</a:t>
                </a:r>
                <a:endParaRPr/>
              </a:p>
            </p:txBody>
          </p:sp>
        </p:grpSp>
        <p:cxnSp>
          <p:nvCxnSpPr>
            <p:cNvPr id="416" name="Google Shape;416;p38"/>
            <p:cNvCxnSpPr>
              <a:endCxn id="417" idx="2"/>
            </p:cNvCxnSpPr>
            <p:nvPr/>
          </p:nvCxnSpPr>
          <p:spPr>
            <a:xfrm flipH="1" rot="10800000">
              <a:off x="8689973" y="3715356"/>
              <a:ext cx="1226100" cy="369000"/>
            </a:xfrm>
            <a:prstGeom prst="straightConnector1">
              <a:avLst/>
            </a:prstGeom>
            <a:noFill/>
            <a:ln cap="flat" cmpd="sng" w="25400">
              <a:solidFill>
                <a:schemeClr val="dk2"/>
              </a:solidFill>
              <a:prstDash val="solid"/>
              <a:miter lim="800000"/>
              <a:headEnd len="sm" w="sm" type="none"/>
              <a:tailEnd len="sm" w="sm" type="none"/>
            </a:ln>
          </p:spPr>
        </p:cxnSp>
        <p:grpSp>
          <p:nvGrpSpPr>
            <p:cNvPr id="418" name="Google Shape;418;p38"/>
            <p:cNvGrpSpPr/>
            <p:nvPr/>
          </p:nvGrpSpPr>
          <p:grpSpPr>
            <a:xfrm>
              <a:off x="10622451" y="5791119"/>
              <a:ext cx="1152128" cy="1091042"/>
              <a:chOff x="7322783" y="3861048"/>
              <a:chExt cx="1152128" cy="1091042"/>
            </a:xfrm>
          </p:grpSpPr>
          <p:grpSp>
            <p:nvGrpSpPr>
              <p:cNvPr id="419" name="Google Shape;419;p38"/>
              <p:cNvGrpSpPr/>
              <p:nvPr/>
            </p:nvGrpSpPr>
            <p:grpSpPr>
              <a:xfrm>
                <a:off x="7678588" y="3861048"/>
                <a:ext cx="432048" cy="604514"/>
                <a:chOff x="2363965" y="4509120"/>
                <a:chExt cx="1034015" cy="1656184"/>
              </a:xfrm>
            </p:grpSpPr>
            <p:sp>
              <p:nvSpPr>
                <p:cNvPr id="420" name="Google Shape;420;p38"/>
                <p:cNvSpPr/>
                <p:nvPr/>
              </p:nvSpPr>
              <p:spPr>
                <a:xfrm>
                  <a:off x="2638028" y="4509120"/>
                  <a:ext cx="504055" cy="504057"/>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21" name="Google Shape;421;p38"/>
                <p:cNvCxnSpPr>
                  <a:stCxn id="420" idx="4"/>
                </p:cNvCxnSpPr>
                <p:nvPr/>
              </p:nvCxnSpPr>
              <p:spPr>
                <a:xfrm>
                  <a:off x="2890056" y="5013177"/>
                  <a:ext cx="0" cy="720000"/>
                </a:xfrm>
                <a:prstGeom prst="straightConnector1">
                  <a:avLst/>
                </a:prstGeom>
                <a:noFill/>
                <a:ln cap="flat" cmpd="sng" w="38100">
                  <a:solidFill>
                    <a:schemeClr val="dk2"/>
                  </a:solidFill>
                  <a:prstDash val="solid"/>
                  <a:miter lim="800000"/>
                  <a:headEnd len="sm" w="sm" type="none"/>
                  <a:tailEnd len="sm" w="sm" type="none"/>
                </a:ln>
              </p:spPr>
            </p:cxnSp>
            <p:cxnSp>
              <p:nvCxnSpPr>
                <p:cNvPr id="422" name="Google Shape;422;p38"/>
                <p:cNvCxnSpPr/>
                <p:nvPr/>
              </p:nvCxnSpPr>
              <p:spPr>
                <a:xfrm flipH="1">
                  <a:off x="2494012" y="5733256"/>
                  <a:ext cx="396044" cy="432048"/>
                </a:xfrm>
                <a:prstGeom prst="straightConnector1">
                  <a:avLst/>
                </a:prstGeom>
                <a:noFill/>
                <a:ln cap="flat" cmpd="sng" w="38100">
                  <a:solidFill>
                    <a:schemeClr val="dk2"/>
                  </a:solidFill>
                  <a:prstDash val="solid"/>
                  <a:miter lim="800000"/>
                  <a:headEnd len="sm" w="sm" type="none"/>
                  <a:tailEnd len="sm" w="sm" type="none"/>
                </a:ln>
              </p:spPr>
            </p:cxnSp>
            <p:cxnSp>
              <p:nvCxnSpPr>
                <p:cNvPr id="423" name="Google Shape;423;p38"/>
                <p:cNvCxnSpPr/>
                <p:nvPr/>
              </p:nvCxnSpPr>
              <p:spPr>
                <a:xfrm>
                  <a:off x="2890056" y="5733256"/>
                  <a:ext cx="396044" cy="432048"/>
                </a:xfrm>
                <a:prstGeom prst="straightConnector1">
                  <a:avLst/>
                </a:prstGeom>
                <a:noFill/>
                <a:ln cap="flat" cmpd="sng" w="38100">
                  <a:solidFill>
                    <a:schemeClr val="dk2"/>
                  </a:solidFill>
                  <a:prstDash val="solid"/>
                  <a:miter lim="800000"/>
                  <a:headEnd len="sm" w="sm" type="none"/>
                  <a:tailEnd len="sm" w="sm" type="none"/>
                </a:ln>
              </p:spPr>
            </p:cxnSp>
            <p:cxnSp>
              <p:nvCxnSpPr>
                <p:cNvPr id="424" name="Google Shape;424;p38"/>
                <p:cNvCxnSpPr/>
                <p:nvPr/>
              </p:nvCxnSpPr>
              <p:spPr>
                <a:xfrm rot="10800000">
                  <a:off x="2363965" y="5229200"/>
                  <a:ext cx="1034015" cy="0"/>
                </a:xfrm>
                <a:prstGeom prst="straightConnector1">
                  <a:avLst/>
                </a:prstGeom>
                <a:noFill/>
                <a:ln cap="flat" cmpd="sng" w="38100">
                  <a:solidFill>
                    <a:schemeClr val="dk2"/>
                  </a:solidFill>
                  <a:prstDash val="solid"/>
                  <a:miter lim="800000"/>
                  <a:headEnd len="sm" w="sm" type="none"/>
                  <a:tailEnd len="sm" w="sm" type="none"/>
                </a:ln>
              </p:spPr>
            </p:cxnSp>
          </p:grpSp>
          <p:sp>
            <p:nvSpPr>
              <p:cNvPr id="425" name="Google Shape;425;p38"/>
              <p:cNvSpPr txBox="1"/>
              <p:nvPr/>
            </p:nvSpPr>
            <p:spPr>
              <a:xfrm>
                <a:off x="7322783" y="4490425"/>
                <a:ext cx="1152128"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NP" sz="1200">
                    <a:solidFill>
                      <a:schemeClr val="dk1"/>
                    </a:solidFill>
                    <a:latin typeface="Arial"/>
                    <a:ea typeface="Arial"/>
                    <a:cs typeface="Arial"/>
                    <a:sym typeface="Arial"/>
                  </a:rPr>
                  <a:t>Internet Customer</a:t>
                </a:r>
                <a:endParaRPr/>
              </a:p>
            </p:txBody>
          </p:sp>
        </p:grpSp>
        <p:grpSp>
          <p:nvGrpSpPr>
            <p:cNvPr id="426" name="Google Shape;426;p38"/>
            <p:cNvGrpSpPr/>
            <p:nvPr/>
          </p:nvGrpSpPr>
          <p:grpSpPr>
            <a:xfrm>
              <a:off x="9094090" y="3449240"/>
              <a:ext cx="2426671" cy="2467248"/>
              <a:chOff x="9094090" y="3449240"/>
              <a:chExt cx="2426671" cy="2467248"/>
            </a:xfrm>
          </p:grpSpPr>
          <p:sp>
            <p:nvSpPr>
              <p:cNvPr id="417" name="Google Shape;417;p38"/>
              <p:cNvSpPr/>
              <p:nvPr/>
            </p:nvSpPr>
            <p:spPr>
              <a:xfrm>
                <a:off x="9916073" y="3449240"/>
                <a:ext cx="1015292" cy="532232"/>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NP" sz="1200">
                    <a:solidFill>
                      <a:schemeClr val="lt1"/>
                    </a:solidFill>
                    <a:latin typeface="Arial"/>
                    <a:ea typeface="Arial"/>
                    <a:cs typeface="Arial"/>
                    <a:sym typeface="Arial"/>
                  </a:rPr>
                  <a:t>Place order</a:t>
                </a:r>
                <a:endParaRPr/>
              </a:p>
            </p:txBody>
          </p:sp>
          <p:sp>
            <p:nvSpPr>
              <p:cNvPr id="427" name="Google Shape;427;p38"/>
              <p:cNvSpPr/>
              <p:nvPr/>
            </p:nvSpPr>
            <p:spPr>
              <a:xfrm>
                <a:off x="9094090" y="4598094"/>
                <a:ext cx="1015292" cy="532232"/>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NP" sz="1200">
                    <a:solidFill>
                      <a:schemeClr val="lt1"/>
                    </a:solidFill>
                    <a:latin typeface="Arial"/>
                    <a:ea typeface="Arial"/>
                    <a:cs typeface="Arial"/>
                    <a:sym typeface="Arial"/>
                  </a:rPr>
                  <a:t>Phone Order</a:t>
                </a:r>
                <a:endParaRPr/>
              </a:p>
            </p:txBody>
          </p:sp>
          <p:sp>
            <p:nvSpPr>
              <p:cNvPr id="428" name="Google Shape;428;p38"/>
              <p:cNvSpPr/>
              <p:nvPr/>
            </p:nvSpPr>
            <p:spPr>
              <a:xfrm>
                <a:off x="10505469" y="4509468"/>
                <a:ext cx="1015292" cy="532232"/>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NP" sz="1200">
                    <a:solidFill>
                      <a:schemeClr val="lt1"/>
                    </a:solidFill>
                    <a:latin typeface="Arial"/>
                    <a:ea typeface="Arial"/>
                    <a:cs typeface="Arial"/>
                    <a:sym typeface="Arial"/>
                  </a:rPr>
                  <a:t>Internet Order</a:t>
                </a:r>
                <a:endParaRPr/>
              </a:p>
            </p:txBody>
          </p:sp>
          <p:cxnSp>
            <p:nvCxnSpPr>
              <p:cNvPr id="429" name="Google Shape;429;p38"/>
              <p:cNvCxnSpPr>
                <a:stCxn id="427" idx="0"/>
              </p:cNvCxnSpPr>
              <p:nvPr/>
            </p:nvCxnSpPr>
            <p:spPr>
              <a:xfrm flipH="1" rot="10800000">
                <a:off x="9601736" y="3961494"/>
                <a:ext cx="606600" cy="636600"/>
              </a:xfrm>
              <a:prstGeom prst="straightConnector1">
                <a:avLst/>
              </a:prstGeom>
              <a:noFill/>
              <a:ln cap="flat" cmpd="sng" w="25400">
                <a:solidFill>
                  <a:schemeClr val="dk2"/>
                </a:solidFill>
                <a:prstDash val="solid"/>
                <a:miter lim="800000"/>
                <a:headEnd len="sm" w="sm" type="none"/>
                <a:tailEnd len="med" w="med" type="triangle"/>
              </a:ln>
            </p:spPr>
          </p:cxnSp>
          <p:cxnSp>
            <p:nvCxnSpPr>
              <p:cNvPr id="430" name="Google Shape;430;p38"/>
              <p:cNvCxnSpPr>
                <a:stCxn id="428" idx="0"/>
              </p:cNvCxnSpPr>
              <p:nvPr/>
            </p:nvCxnSpPr>
            <p:spPr>
              <a:xfrm rot="10800000">
                <a:off x="10595515" y="4002768"/>
                <a:ext cx="417600" cy="506700"/>
              </a:xfrm>
              <a:prstGeom prst="straightConnector1">
                <a:avLst/>
              </a:prstGeom>
              <a:noFill/>
              <a:ln cap="flat" cmpd="sng" w="25400">
                <a:solidFill>
                  <a:schemeClr val="dk2"/>
                </a:solidFill>
                <a:prstDash val="solid"/>
                <a:miter lim="800000"/>
                <a:headEnd len="sm" w="sm" type="none"/>
                <a:tailEnd len="med" w="med" type="triangle"/>
              </a:ln>
            </p:spPr>
          </p:cxnSp>
          <p:cxnSp>
            <p:nvCxnSpPr>
              <p:cNvPr id="431" name="Google Shape;431;p38"/>
              <p:cNvCxnSpPr>
                <a:stCxn id="410" idx="0"/>
                <a:endCxn id="427" idx="4"/>
              </p:cNvCxnSpPr>
              <p:nvPr/>
            </p:nvCxnSpPr>
            <p:spPr>
              <a:xfrm flipH="1" rot="10800000">
                <a:off x="9576308" y="5130188"/>
                <a:ext cx="25500" cy="786300"/>
              </a:xfrm>
              <a:prstGeom prst="straightConnector1">
                <a:avLst/>
              </a:prstGeom>
              <a:noFill/>
              <a:ln cap="flat" cmpd="sng" w="25400">
                <a:solidFill>
                  <a:schemeClr val="dk2"/>
                </a:solidFill>
                <a:prstDash val="solid"/>
                <a:miter lim="800000"/>
                <a:headEnd len="sm" w="sm" type="none"/>
                <a:tailEnd len="sm" w="sm" type="none"/>
              </a:ln>
            </p:spPr>
          </p:cxnSp>
          <p:cxnSp>
            <p:nvCxnSpPr>
              <p:cNvPr id="432" name="Google Shape;432;p38"/>
              <p:cNvCxnSpPr/>
              <p:nvPr/>
            </p:nvCxnSpPr>
            <p:spPr>
              <a:xfrm rot="10800000">
                <a:off x="11205488" y="5066563"/>
                <a:ext cx="0" cy="730687"/>
              </a:xfrm>
              <a:prstGeom prst="straightConnector1">
                <a:avLst/>
              </a:prstGeom>
              <a:noFill/>
              <a:ln cap="flat" cmpd="sng" w="25400">
                <a:solidFill>
                  <a:schemeClr val="dk2"/>
                </a:solidFill>
                <a:prstDash val="solid"/>
                <a:miter lim="800000"/>
                <a:headEnd len="sm" w="sm" type="none"/>
                <a:tailEnd len="sm" w="sm" type="none"/>
              </a:ln>
            </p:spPr>
          </p:cxn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9"/>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438" name="Google Shape;438;p39"/>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Include – </a:t>
            </a:r>
            <a:endParaRPr/>
          </a:p>
          <a:p>
            <a:pPr indent="-246888" lvl="1" marL="612648" rtl="0" algn="l">
              <a:lnSpc>
                <a:spcPct val="90000"/>
              </a:lnSpc>
              <a:spcBef>
                <a:spcPts val="600"/>
              </a:spcBef>
              <a:spcAft>
                <a:spcPts val="0"/>
              </a:spcAft>
              <a:buClr>
                <a:schemeClr val="dk1"/>
              </a:buClr>
              <a:buSzPts val="2400"/>
              <a:buChar char="–"/>
            </a:pPr>
            <a:r>
              <a:rPr lang="en-NP"/>
              <a:t>The base case explicitly incorporates the behavior of another use case at a location specified in the base</a:t>
            </a:r>
            <a:endParaRPr/>
          </a:p>
          <a:p>
            <a:pPr indent="-246888" lvl="1" marL="612648" rtl="0" algn="l">
              <a:lnSpc>
                <a:spcPct val="90000"/>
              </a:lnSpc>
              <a:spcBef>
                <a:spcPts val="600"/>
              </a:spcBef>
              <a:spcAft>
                <a:spcPts val="0"/>
              </a:spcAft>
              <a:buClr>
                <a:schemeClr val="dk1"/>
              </a:buClr>
              <a:buSzPts val="2400"/>
              <a:buChar char="–"/>
            </a:pPr>
            <a:r>
              <a:rPr lang="en-NP"/>
              <a:t>The included use case never stands alone. It only occurs as a part of some larger base use case that includes it.</a:t>
            </a:r>
            <a:br>
              <a:rPr lang="en-NP"/>
            </a:br>
            <a:br>
              <a:rPr lang="en-NP"/>
            </a:br>
            <a:endParaRPr/>
          </a:p>
          <a:p>
            <a:pPr indent="-246888" lvl="0" marL="246888" rtl="0" algn="l">
              <a:lnSpc>
                <a:spcPct val="90000"/>
              </a:lnSpc>
              <a:spcBef>
                <a:spcPts val="1400"/>
              </a:spcBef>
              <a:spcAft>
                <a:spcPts val="0"/>
              </a:spcAft>
              <a:buClr>
                <a:schemeClr val="dk1"/>
              </a:buClr>
              <a:buSzPts val="2800"/>
              <a:buChar char="›"/>
            </a:pPr>
            <a:r>
              <a:rPr lang="en-NP"/>
              <a:t>Extends</a:t>
            </a:r>
            <a:endParaRPr/>
          </a:p>
          <a:p>
            <a:pPr indent="-246888" lvl="1" marL="612648" rtl="0" algn="l">
              <a:lnSpc>
                <a:spcPct val="90000"/>
              </a:lnSpc>
              <a:spcBef>
                <a:spcPts val="600"/>
              </a:spcBef>
              <a:spcAft>
                <a:spcPts val="0"/>
              </a:spcAft>
              <a:buClr>
                <a:schemeClr val="dk1"/>
              </a:buClr>
              <a:buSzPts val="2400"/>
              <a:buChar char="–"/>
            </a:pPr>
            <a:r>
              <a:rPr lang="en-NP"/>
              <a:t>The base use case implicitly incorporates the behavior of another use case at certain points called extension points.</a:t>
            </a:r>
            <a:endParaRPr/>
          </a:p>
          <a:p>
            <a:pPr indent="-246888" lvl="1" marL="612648" rtl="0" algn="l">
              <a:lnSpc>
                <a:spcPct val="90000"/>
              </a:lnSpc>
              <a:spcBef>
                <a:spcPts val="600"/>
              </a:spcBef>
              <a:spcAft>
                <a:spcPts val="0"/>
              </a:spcAft>
              <a:buClr>
                <a:schemeClr val="dk1"/>
              </a:buClr>
              <a:buSzPts val="2400"/>
              <a:buChar char="–"/>
            </a:pPr>
            <a:r>
              <a:rPr lang="en-NP"/>
              <a:t>The base use case may standalone, but under certain conditions its behavior may be extended by the behavior of another use case</a:t>
            </a:r>
            <a:endParaRPr/>
          </a:p>
          <a:p>
            <a:pPr indent="-94488" lvl="1" marL="612648" rtl="0" algn="l">
              <a:lnSpc>
                <a:spcPct val="90000"/>
              </a:lnSpc>
              <a:spcBef>
                <a:spcPts val="600"/>
              </a:spcBef>
              <a:spcAft>
                <a:spcPts val="0"/>
              </a:spcAft>
              <a:buClr>
                <a:schemeClr val="dk1"/>
              </a:buClr>
              <a:buSzPts val="2400"/>
              <a:buNone/>
            </a:pPr>
            <a:r>
              <a:t/>
            </a:r>
            <a:endParaRPr/>
          </a:p>
        </p:txBody>
      </p:sp>
      <p:grpSp>
        <p:nvGrpSpPr>
          <p:cNvPr id="439" name="Google Shape;439;p39"/>
          <p:cNvGrpSpPr/>
          <p:nvPr/>
        </p:nvGrpSpPr>
        <p:grpSpPr>
          <a:xfrm>
            <a:off x="3790156" y="1536313"/>
            <a:ext cx="3990822" cy="488596"/>
            <a:chOff x="3646140" y="1461699"/>
            <a:chExt cx="3990822" cy="488596"/>
          </a:xfrm>
        </p:grpSpPr>
        <p:cxnSp>
          <p:nvCxnSpPr>
            <p:cNvPr id="440" name="Google Shape;440;p39"/>
            <p:cNvCxnSpPr/>
            <p:nvPr/>
          </p:nvCxnSpPr>
          <p:spPr>
            <a:xfrm>
              <a:off x="4644259" y="1755859"/>
              <a:ext cx="1840577" cy="0"/>
            </a:xfrm>
            <a:prstGeom prst="straightConnector1">
              <a:avLst/>
            </a:prstGeom>
            <a:noFill/>
            <a:ln cap="flat" cmpd="sng" w="25400">
              <a:solidFill>
                <a:schemeClr val="dk2"/>
              </a:solidFill>
              <a:prstDash val="dot"/>
              <a:miter lim="800000"/>
              <a:headEnd len="sm" w="sm" type="none"/>
              <a:tailEnd len="med" w="med" type="triangle"/>
            </a:ln>
          </p:spPr>
        </p:cxnSp>
        <p:grpSp>
          <p:nvGrpSpPr>
            <p:cNvPr id="441" name="Google Shape;441;p39"/>
            <p:cNvGrpSpPr/>
            <p:nvPr/>
          </p:nvGrpSpPr>
          <p:grpSpPr>
            <a:xfrm>
              <a:off x="3646140" y="1461699"/>
              <a:ext cx="3990822" cy="488596"/>
              <a:chOff x="3646140" y="1461699"/>
              <a:chExt cx="3990822" cy="488596"/>
            </a:xfrm>
          </p:grpSpPr>
          <p:sp>
            <p:nvSpPr>
              <p:cNvPr id="442" name="Google Shape;442;p39"/>
              <p:cNvSpPr txBox="1"/>
              <p:nvPr/>
            </p:nvSpPr>
            <p:spPr>
              <a:xfrm>
                <a:off x="4988483" y="1461699"/>
                <a:ext cx="11521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NP" sz="1200">
                    <a:solidFill>
                      <a:schemeClr val="dk1"/>
                    </a:solidFill>
                    <a:latin typeface="Arial"/>
                    <a:ea typeface="Arial"/>
                    <a:cs typeface="Arial"/>
                    <a:sym typeface="Arial"/>
                  </a:rPr>
                  <a:t>&lt;&lt;include&gt;&gt;</a:t>
                </a:r>
                <a:endParaRPr/>
              </a:p>
            </p:txBody>
          </p:sp>
          <p:sp>
            <p:nvSpPr>
              <p:cNvPr id="443" name="Google Shape;443;p39"/>
              <p:cNvSpPr/>
              <p:nvPr/>
            </p:nvSpPr>
            <p:spPr>
              <a:xfrm>
                <a:off x="3646140" y="1541619"/>
                <a:ext cx="998119" cy="394158"/>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NP" sz="1200">
                    <a:solidFill>
                      <a:schemeClr val="lt1"/>
                    </a:solidFill>
                    <a:latin typeface="Arial"/>
                    <a:ea typeface="Arial"/>
                    <a:cs typeface="Arial"/>
                    <a:sym typeface="Arial"/>
                  </a:rPr>
                  <a:t>Base</a:t>
                </a:r>
                <a:endParaRPr/>
              </a:p>
            </p:txBody>
          </p:sp>
          <p:sp>
            <p:nvSpPr>
              <p:cNvPr id="444" name="Google Shape;444;p39"/>
              <p:cNvSpPr/>
              <p:nvPr/>
            </p:nvSpPr>
            <p:spPr>
              <a:xfrm>
                <a:off x="6484835" y="1556137"/>
                <a:ext cx="1152127" cy="394158"/>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NP" sz="1200">
                    <a:solidFill>
                      <a:schemeClr val="lt1"/>
                    </a:solidFill>
                    <a:latin typeface="Arial"/>
                    <a:ea typeface="Arial"/>
                    <a:cs typeface="Arial"/>
                    <a:sym typeface="Arial"/>
                  </a:rPr>
                  <a:t>Included</a:t>
                </a:r>
                <a:endParaRPr/>
              </a:p>
            </p:txBody>
          </p:sp>
        </p:grpSp>
      </p:grpSp>
      <p:grpSp>
        <p:nvGrpSpPr>
          <p:cNvPr id="445" name="Google Shape;445;p39"/>
          <p:cNvGrpSpPr/>
          <p:nvPr/>
        </p:nvGrpSpPr>
        <p:grpSpPr>
          <a:xfrm>
            <a:off x="3588138" y="4031591"/>
            <a:ext cx="3990822" cy="481337"/>
            <a:chOff x="3646140" y="1468958"/>
            <a:chExt cx="3990822" cy="481337"/>
          </a:xfrm>
        </p:grpSpPr>
        <p:cxnSp>
          <p:nvCxnSpPr>
            <p:cNvPr id="446" name="Google Shape;446;p39"/>
            <p:cNvCxnSpPr>
              <a:stCxn id="447" idx="2"/>
              <a:endCxn id="448" idx="6"/>
            </p:cNvCxnSpPr>
            <p:nvPr/>
          </p:nvCxnSpPr>
          <p:spPr>
            <a:xfrm rot="10800000">
              <a:off x="4644335" y="1738816"/>
              <a:ext cx="1840500" cy="14400"/>
            </a:xfrm>
            <a:prstGeom prst="straightConnector1">
              <a:avLst/>
            </a:prstGeom>
            <a:noFill/>
            <a:ln cap="flat" cmpd="sng" w="25400">
              <a:solidFill>
                <a:schemeClr val="dk2"/>
              </a:solidFill>
              <a:prstDash val="dot"/>
              <a:miter lim="800000"/>
              <a:headEnd len="sm" w="sm" type="none"/>
              <a:tailEnd len="med" w="med" type="triangle"/>
            </a:ln>
          </p:spPr>
        </p:cxnSp>
        <p:grpSp>
          <p:nvGrpSpPr>
            <p:cNvPr id="449" name="Google Shape;449;p39"/>
            <p:cNvGrpSpPr/>
            <p:nvPr/>
          </p:nvGrpSpPr>
          <p:grpSpPr>
            <a:xfrm>
              <a:off x="3646140" y="1468958"/>
              <a:ext cx="3990822" cy="481337"/>
              <a:chOff x="3646140" y="1468958"/>
              <a:chExt cx="3990822" cy="481337"/>
            </a:xfrm>
          </p:grpSpPr>
          <p:sp>
            <p:nvSpPr>
              <p:cNvPr id="450" name="Google Shape;450;p39"/>
              <p:cNvSpPr txBox="1"/>
              <p:nvPr/>
            </p:nvSpPr>
            <p:spPr>
              <a:xfrm>
                <a:off x="5017978" y="1468958"/>
                <a:ext cx="11521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NP" sz="1200">
                    <a:solidFill>
                      <a:schemeClr val="dk1"/>
                    </a:solidFill>
                    <a:latin typeface="Arial"/>
                    <a:ea typeface="Arial"/>
                    <a:cs typeface="Arial"/>
                    <a:sym typeface="Arial"/>
                  </a:rPr>
                  <a:t>&lt;&lt;extend&gt;&gt;</a:t>
                </a:r>
                <a:endParaRPr/>
              </a:p>
            </p:txBody>
          </p:sp>
          <p:sp>
            <p:nvSpPr>
              <p:cNvPr id="448" name="Google Shape;448;p39"/>
              <p:cNvSpPr/>
              <p:nvPr/>
            </p:nvSpPr>
            <p:spPr>
              <a:xfrm>
                <a:off x="3646140" y="1541619"/>
                <a:ext cx="998119" cy="394158"/>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NP" sz="1200">
                    <a:solidFill>
                      <a:schemeClr val="lt1"/>
                    </a:solidFill>
                    <a:latin typeface="Arial"/>
                    <a:ea typeface="Arial"/>
                    <a:cs typeface="Arial"/>
                    <a:sym typeface="Arial"/>
                  </a:rPr>
                  <a:t>Base</a:t>
                </a:r>
                <a:endParaRPr/>
              </a:p>
            </p:txBody>
          </p:sp>
          <p:sp>
            <p:nvSpPr>
              <p:cNvPr id="447" name="Google Shape;447;p39"/>
              <p:cNvSpPr/>
              <p:nvPr/>
            </p:nvSpPr>
            <p:spPr>
              <a:xfrm>
                <a:off x="6484835" y="1556137"/>
                <a:ext cx="1152127" cy="394158"/>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NP" sz="1200">
                    <a:solidFill>
                      <a:schemeClr val="lt1"/>
                    </a:solidFill>
                    <a:latin typeface="Arial"/>
                    <a:ea typeface="Arial"/>
                    <a:cs typeface="Arial"/>
                    <a:sym typeface="Arial"/>
                  </a:rPr>
                  <a:t>Extend</a:t>
                </a:r>
                <a:endParaRPr/>
              </a:p>
            </p:txBody>
          </p:sp>
        </p:grpSp>
      </p:gr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456" name="Google Shape;456;p40"/>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Include/extends Example </a:t>
            </a:r>
            <a:endParaRPr/>
          </a:p>
        </p:txBody>
      </p:sp>
      <p:pic>
        <p:nvPicPr>
          <p:cNvPr descr="Hospital Management Use Cases Example for Reception." id="457" name="Google Shape;457;p40"/>
          <p:cNvPicPr preferRelativeResize="0"/>
          <p:nvPr/>
        </p:nvPicPr>
        <p:blipFill rotWithShape="1">
          <a:blip r:embed="rId3">
            <a:alphaModFix/>
          </a:blip>
          <a:srcRect b="0" l="0" r="0" t="0"/>
          <a:stretch/>
        </p:blipFill>
        <p:spPr>
          <a:xfrm>
            <a:off x="1989956" y="2243087"/>
            <a:ext cx="6264696" cy="452718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1"/>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463" name="Google Shape;463;p41"/>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How to create use case diagram </a:t>
            </a:r>
            <a:endParaRPr/>
          </a:p>
          <a:p>
            <a:pPr indent="-457200" lvl="1" marL="822960" rtl="0" algn="l">
              <a:lnSpc>
                <a:spcPct val="90000"/>
              </a:lnSpc>
              <a:spcBef>
                <a:spcPts val="600"/>
              </a:spcBef>
              <a:spcAft>
                <a:spcPts val="0"/>
              </a:spcAft>
              <a:buClr>
                <a:schemeClr val="dk1"/>
              </a:buClr>
              <a:buSzPts val="2400"/>
              <a:buAutoNum type="arabicPeriod"/>
            </a:pPr>
            <a:r>
              <a:rPr lang="en-NP"/>
              <a:t>List main system functions(use cases) in a column:</a:t>
            </a:r>
            <a:endParaRPr/>
          </a:p>
          <a:p>
            <a:pPr indent="-246888" lvl="2" marL="978408" rtl="0" algn="l">
              <a:lnSpc>
                <a:spcPct val="90000"/>
              </a:lnSpc>
              <a:spcBef>
                <a:spcPts val="600"/>
              </a:spcBef>
              <a:spcAft>
                <a:spcPts val="0"/>
              </a:spcAft>
              <a:buClr>
                <a:schemeClr val="dk1"/>
              </a:buClr>
              <a:buSzPts val="2000"/>
              <a:buFont typeface="Noto Sans Symbols"/>
              <a:buChar char="▪"/>
            </a:pPr>
            <a:r>
              <a:rPr lang="en-NP"/>
              <a:t>think of business events demanding system’s response</a:t>
            </a:r>
            <a:endParaRPr/>
          </a:p>
          <a:p>
            <a:pPr indent="-246888" lvl="2" marL="978408" rtl="0" algn="l">
              <a:lnSpc>
                <a:spcPct val="90000"/>
              </a:lnSpc>
              <a:spcBef>
                <a:spcPts val="600"/>
              </a:spcBef>
              <a:spcAft>
                <a:spcPts val="0"/>
              </a:spcAft>
              <a:buClr>
                <a:schemeClr val="dk1"/>
              </a:buClr>
              <a:buSzPts val="2000"/>
              <a:buFont typeface="Noto Sans Symbols"/>
              <a:buChar char="▪"/>
            </a:pPr>
            <a:r>
              <a:rPr lang="en-NP"/>
              <a:t>Users’ goals/needs to be accomplished via the system</a:t>
            </a:r>
            <a:endParaRPr/>
          </a:p>
          <a:p>
            <a:pPr indent="-246888" lvl="2" marL="978408" rtl="0" algn="l">
              <a:lnSpc>
                <a:spcPct val="90000"/>
              </a:lnSpc>
              <a:spcBef>
                <a:spcPts val="600"/>
              </a:spcBef>
              <a:spcAft>
                <a:spcPts val="0"/>
              </a:spcAft>
              <a:buClr>
                <a:schemeClr val="dk1"/>
              </a:buClr>
              <a:buSzPts val="2000"/>
              <a:buFont typeface="Noto Sans Symbols"/>
              <a:buChar char="▪"/>
            </a:pPr>
            <a:r>
              <a:rPr lang="en-NP"/>
              <a:t>Create, Read, Update, Delete (CRUD) data tasks</a:t>
            </a:r>
            <a:endParaRPr/>
          </a:p>
          <a:p>
            <a:pPr indent="-246888" lvl="2" marL="978408" rtl="0" algn="l">
              <a:lnSpc>
                <a:spcPct val="90000"/>
              </a:lnSpc>
              <a:spcBef>
                <a:spcPts val="600"/>
              </a:spcBef>
              <a:spcAft>
                <a:spcPts val="0"/>
              </a:spcAft>
              <a:buClr>
                <a:schemeClr val="dk1"/>
              </a:buClr>
              <a:buSzPts val="2000"/>
              <a:buFont typeface="Noto Sans Symbols"/>
              <a:buChar char="▪"/>
            </a:pPr>
            <a:r>
              <a:rPr lang="en-NP"/>
              <a:t>Naming cases- user’s need usually can be translated in data tasks</a:t>
            </a:r>
            <a:endParaRPr/>
          </a:p>
          <a:p>
            <a:pPr indent="-457200" lvl="1" marL="822960" rtl="0" algn="l">
              <a:lnSpc>
                <a:spcPct val="90000"/>
              </a:lnSpc>
              <a:spcBef>
                <a:spcPts val="600"/>
              </a:spcBef>
              <a:spcAft>
                <a:spcPts val="0"/>
              </a:spcAft>
              <a:buClr>
                <a:schemeClr val="dk1"/>
              </a:buClr>
              <a:buSzPts val="2400"/>
              <a:buAutoNum type="arabicPeriod"/>
            </a:pPr>
            <a:r>
              <a:rPr lang="en-NP"/>
              <a:t>Draw ovals around the function labels</a:t>
            </a:r>
            <a:endParaRPr/>
          </a:p>
          <a:p>
            <a:pPr indent="-457200" lvl="1" marL="822960" rtl="0" algn="l">
              <a:lnSpc>
                <a:spcPct val="90000"/>
              </a:lnSpc>
              <a:spcBef>
                <a:spcPts val="600"/>
              </a:spcBef>
              <a:spcAft>
                <a:spcPts val="0"/>
              </a:spcAft>
              <a:buClr>
                <a:schemeClr val="dk1"/>
              </a:buClr>
              <a:buSzPts val="2400"/>
              <a:buAutoNum type="arabicPeriod"/>
            </a:pPr>
            <a:r>
              <a:rPr lang="en-NP"/>
              <a:t>Draw system boundary</a:t>
            </a:r>
            <a:endParaRPr/>
          </a:p>
          <a:p>
            <a:pPr indent="-457200" lvl="1" marL="822960" rtl="0" algn="l">
              <a:lnSpc>
                <a:spcPct val="90000"/>
              </a:lnSpc>
              <a:spcBef>
                <a:spcPts val="600"/>
              </a:spcBef>
              <a:spcAft>
                <a:spcPts val="0"/>
              </a:spcAft>
              <a:buClr>
                <a:schemeClr val="dk1"/>
              </a:buClr>
              <a:buSzPts val="2400"/>
              <a:buAutoNum type="arabicPeriod"/>
            </a:pPr>
            <a:r>
              <a:rPr lang="en-NP"/>
              <a:t>Draw actors and connect them with use cases(if more intiutive, this can be done as step 2)</a:t>
            </a:r>
            <a:endParaRPr/>
          </a:p>
          <a:p>
            <a:pPr indent="-457200" lvl="1" marL="822960" rtl="0" algn="l">
              <a:lnSpc>
                <a:spcPct val="90000"/>
              </a:lnSpc>
              <a:spcBef>
                <a:spcPts val="600"/>
              </a:spcBef>
              <a:spcAft>
                <a:spcPts val="0"/>
              </a:spcAft>
              <a:buClr>
                <a:schemeClr val="dk1"/>
              </a:buClr>
              <a:buSzPts val="2400"/>
              <a:buAutoNum type="arabicPeriod"/>
            </a:pPr>
            <a:r>
              <a:rPr lang="en-NP"/>
              <a:t>Specify include and extend relationships between uses cases (yes, at the end - not before, as this may pull you into process thinking, which does not apply in UC diagramming).</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2"/>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469" name="Google Shape;469;p42"/>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Use case Diagram : Question 1</a:t>
            </a:r>
            <a:endParaRPr/>
          </a:p>
          <a:p>
            <a:pPr indent="-246888" lvl="1" marL="612648" rtl="0" algn="l">
              <a:lnSpc>
                <a:spcPct val="90000"/>
              </a:lnSpc>
              <a:spcBef>
                <a:spcPts val="600"/>
              </a:spcBef>
              <a:spcAft>
                <a:spcPts val="0"/>
              </a:spcAft>
              <a:buClr>
                <a:schemeClr val="dk1"/>
              </a:buClr>
              <a:buSzPts val="2400"/>
              <a:buChar char="–"/>
            </a:pPr>
            <a:r>
              <a:rPr lang="en-NP"/>
              <a:t>A use case placing an order with sales company follow these steps</a:t>
            </a:r>
            <a:endParaRPr/>
          </a:p>
          <a:p>
            <a:pPr indent="-246888" lvl="2" marL="978408" rtl="0" algn="l">
              <a:lnSpc>
                <a:spcPct val="90000"/>
              </a:lnSpc>
              <a:spcBef>
                <a:spcPts val="600"/>
              </a:spcBef>
              <a:spcAft>
                <a:spcPts val="0"/>
              </a:spcAft>
              <a:buClr>
                <a:schemeClr val="dk1"/>
              </a:buClr>
              <a:buSzPts val="2000"/>
              <a:buChar char="›"/>
            </a:pPr>
            <a:r>
              <a:rPr lang="en-NP"/>
              <a:t>Browse catelog and select items</a:t>
            </a:r>
            <a:endParaRPr/>
          </a:p>
          <a:p>
            <a:pPr indent="-246888" lvl="2" marL="978408" rtl="0" algn="l">
              <a:lnSpc>
                <a:spcPct val="90000"/>
              </a:lnSpc>
              <a:spcBef>
                <a:spcPts val="600"/>
              </a:spcBef>
              <a:spcAft>
                <a:spcPts val="0"/>
              </a:spcAft>
              <a:buClr>
                <a:schemeClr val="dk1"/>
              </a:buClr>
              <a:buSzPts val="2000"/>
              <a:buChar char="›"/>
            </a:pPr>
            <a:r>
              <a:rPr lang="en-NP"/>
              <a:t>Call sales representative</a:t>
            </a:r>
            <a:endParaRPr/>
          </a:p>
          <a:p>
            <a:pPr indent="-246888" lvl="2" marL="978408" rtl="0" algn="l">
              <a:lnSpc>
                <a:spcPct val="90000"/>
              </a:lnSpc>
              <a:spcBef>
                <a:spcPts val="600"/>
              </a:spcBef>
              <a:spcAft>
                <a:spcPts val="0"/>
              </a:spcAft>
              <a:buClr>
                <a:schemeClr val="dk1"/>
              </a:buClr>
              <a:buSzPts val="2000"/>
              <a:buChar char="›"/>
            </a:pPr>
            <a:r>
              <a:rPr lang="en-NP"/>
              <a:t>Supply shipping information</a:t>
            </a:r>
            <a:endParaRPr/>
          </a:p>
          <a:p>
            <a:pPr indent="-246888" lvl="2" marL="978408" rtl="0" algn="l">
              <a:lnSpc>
                <a:spcPct val="90000"/>
              </a:lnSpc>
              <a:spcBef>
                <a:spcPts val="600"/>
              </a:spcBef>
              <a:spcAft>
                <a:spcPts val="0"/>
              </a:spcAft>
              <a:buClr>
                <a:schemeClr val="dk1"/>
              </a:buClr>
              <a:buSzPts val="2000"/>
              <a:buChar char="›"/>
            </a:pPr>
            <a:r>
              <a:rPr lang="en-NP"/>
              <a:t>Supply payment information</a:t>
            </a:r>
            <a:endParaRPr/>
          </a:p>
          <a:p>
            <a:pPr indent="-246888" lvl="2" marL="978408" rtl="0" algn="l">
              <a:lnSpc>
                <a:spcPct val="90000"/>
              </a:lnSpc>
              <a:spcBef>
                <a:spcPts val="600"/>
              </a:spcBef>
              <a:spcAft>
                <a:spcPts val="0"/>
              </a:spcAft>
              <a:buClr>
                <a:schemeClr val="dk1"/>
              </a:buClr>
              <a:buSzPts val="2000"/>
              <a:buChar char="›"/>
            </a:pPr>
            <a:r>
              <a:rPr lang="en-NP"/>
              <a:t>Receive conformation number from sales person</a:t>
            </a:r>
            <a:endParaRPr/>
          </a:p>
          <a:p>
            <a:pPr indent="-119888" lvl="2" marL="978408" rtl="0" algn="l">
              <a:lnSpc>
                <a:spcPct val="90000"/>
              </a:lnSpc>
              <a:spcBef>
                <a:spcPts val="600"/>
              </a:spcBef>
              <a:spcAft>
                <a:spcPts val="0"/>
              </a:spcAft>
              <a:buClr>
                <a:schemeClr val="dk1"/>
              </a:buClr>
              <a:buSzPts val="2000"/>
              <a:buNone/>
            </a:pPr>
            <a:r>
              <a:t/>
            </a:r>
            <a:endParaRPr/>
          </a:p>
          <a:p>
            <a:pPr indent="0" lvl="2" marL="731520" rtl="0" algn="l">
              <a:lnSpc>
                <a:spcPct val="90000"/>
              </a:lnSpc>
              <a:spcBef>
                <a:spcPts val="600"/>
              </a:spcBef>
              <a:spcAft>
                <a:spcPts val="0"/>
              </a:spcAft>
              <a:buClr>
                <a:schemeClr val="dk1"/>
              </a:buClr>
              <a:buSzPts val="2000"/>
              <a:buNone/>
            </a:pPr>
            <a:r>
              <a:rPr lang="en-NP"/>
              <a:t>Translate use case sequesnce in to use case diagram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3"/>
          <p:cNvSpPr/>
          <p:nvPr/>
        </p:nvSpPr>
        <p:spPr>
          <a:xfrm>
            <a:off x="4006179" y="2132856"/>
            <a:ext cx="3379539" cy="4725144"/>
          </a:xfrm>
          <a:prstGeom prst="rect">
            <a:avLst/>
          </a:prstGeom>
          <a:no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75" name="Google Shape;475;p43"/>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476" name="Google Shape;476;p43"/>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Use case Diagram : Question 1</a:t>
            </a:r>
            <a:endParaRPr/>
          </a:p>
        </p:txBody>
      </p:sp>
      <p:grpSp>
        <p:nvGrpSpPr>
          <p:cNvPr id="477" name="Google Shape;477;p43"/>
          <p:cNvGrpSpPr/>
          <p:nvPr/>
        </p:nvGrpSpPr>
        <p:grpSpPr>
          <a:xfrm>
            <a:off x="2133972" y="2276256"/>
            <a:ext cx="4994245" cy="4517771"/>
            <a:chOff x="2277988" y="2233623"/>
            <a:chExt cx="4994245" cy="4517771"/>
          </a:xfrm>
        </p:grpSpPr>
        <p:grpSp>
          <p:nvGrpSpPr>
            <p:cNvPr id="478" name="Google Shape;478;p43"/>
            <p:cNvGrpSpPr/>
            <p:nvPr/>
          </p:nvGrpSpPr>
          <p:grpSpPr>
            <a:xfrm>
              <a:off x="2277988" y="3717032"/>
              <a:ext cx="1205779" cy="1217823"/>
              <a:chOff x="1562322" y="2610911"/>
              <a:chExt cx="1205779" cy="1217823"/>
            </a:xfrm>
          </p:grpSpPr>
          <p:grpSp>
            <p:nvGrpSpPr>
              <p:cNvPr id="479" name="Google Shape;479;p43"/>
              <p:cNvGrpSpPr/>
              <p:nvPr/>
            </p:nvGrpSpPr>
            <p:grpSpPr>
              <a:xfrm>
                <a:off x="1917948" y="2610911"/>
                <a:ext cx="494529" cy="792088"/>
                <a:chOff x="2363965" y="4509120"/>
                <a:chExt cx="1034015" cy="1656184"/>
              </a:xfrm>
            </p:grpSpPr>
            <p:sp>
              <p:nvSpPr>
                <p:cNvPr id="480" name="Google Shape;480;p43"/>
                <p:cNvSpPr/>
                <p:nvPr/>
              </p:nvSpPr>
              <p:spPr>
                <a:xfrm>
                  <a:off x="2638028" y="4509120"/>
                  <a:ext cx="504056" cy="504056"/>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81" name="Google Shape;481;p43"/>
                <p:cNvCxnSpPr>
                  <a:stCxn id="480" idx="4"/>
                </p:cNvCxnSpPr>
                <p:nvPr/>
              </p:nvCxnSpPr>
              <p:spPr>
                <a:xfrm>
                  <a:off x="2890056" y="5013176"/>
                  <a:ext cx="0" cy="720000"/>
                </a:xfrm>
                <a:prstGeom prst="straightConnector1">
                  <a:avLst/>
                </a:prstGeom>
                <a:noFill/>
                <a:ln cap="flat" cmpd="sng" w="38100">
                  <a:solidFill>
                    <a:schemeClr val="dk2"/>
                  </a:solidFill>
                  <a:prstDash val="solid"/>
                  <a:miter lim="800000"/>
                  <a:headEnd len="sm" w="sm" type="none"/>
                  <a:tailEnd len="sm" w="sm" type="none"/>
                </a:ln>
              </p:spPr>
            </p:cxnSp>
            <p:cxnSp>
              <p:nvCxnSpPr>
                <p:cNvPr id="482" name="Google Shape;482;p43"/>
                <p:cNvCxnSpPr/>
                <p:nvPr/>
              </p:nvCxnSpPr>
              <p:spPr>
                <a:xfrm flipH="1">
                  <a:off x="2494012" y="5733256"/>
                  <a:ext cx="396044" cy="432048"/>
                </a:xfrm>
                <a:prstGeom prst="straightConnector1">
                  <a:avLst/>
                </a:prstGeom>
                <a:noFill/>
                <a:ln cap="flat" cmpd="sng" w="38100">
                  <a:solidFill>
                    <a:schemeClr val="dk2"/>
                  </a:solidFill>
                  <a:prstDash val="solid"/>
                  <a:miter lim="800000"/>
                  <a:headEnd len="sm" w="sm" type="none"/>
                  <a:tailEnd len="sm" w="sm" type="none"/>
                </a:ln>
              </p:spPr>
            </p:cxnSp>
            <p:cxnSp>
              <p:nvCxnSpPr>
                <p:cNvPr id="483" name="Google Shape;483;p43"/>
                <p:cNvCxnSpPr/>
                <p:nvPr/>
              </p:nvCxnSpPr>
              <p:spPr>
                <a:xfrm>
                  <a:off x="2890056" y="5733256"/>
                  <a:ext cx="396044" cy="432048"/>
                </a:xfrm>
                <a:prstGeom prst="straightConnector1">
                  <a:avLst/>
                </a:prstGeom>
                <a:noFill/>
                <a:ln cap="flat" cmpd="sng" w="38100">
                  <a:solidFill>
                    <a:schemeClr val="dk2"/>
                  </a:solidFill>
                  <a:prstDash val="solid"/>
                  <a:miter lim="800000"/>
                  <a:headEnd len="sm" w="sm" type="none"/>
                  <a:tailEnd len="sm" w="sm" type="none"/>
                </a:ln>
              </p:spPr>
            </p:cxnSp>
            <p:cxnSp>
              <p:nvCxnSpPr>
                <p:cNvPr id="484" name="Google Shape;484;p43"/>
                <p:cNvCxnSpPr/>
                <p:nvPr/>
              </p:nvCxnSpPr>
              <p:spPr>
                <a:xfrm rot="10800000">
                  <a:off x="2363965" y="5229200"/>
                  <a:ext cx="1034015" cy="0"/>
                </a:xfrm>
                <a:prstGeom prst="straightConnector1">
                  <a:avLst/>
                </a:prstGeom>
                <a:noFill/>
                <a:ln cap="flat" cmpd="sng" w="38100">
                  <a:solidFill>
                    <a:schemeClr val="dk2"/>
                  </a:solidFill>
                  <a:prstDash val="solid"/>
                  <a:miter lim="800000"/>
                  <a:headEnd len="sm" w="sm" type="none"/>
                  <a:tailEnd len="sm" w="sm" type="none"/>
                </a:ln>
              </p:spPr>
            </p:cxnSp>
          </p:grpSp>
          <p:sp>
            <p:nvSpPr>
              <p:cNvPr id="485" name="Google Shape;485;p43"/>
              <p:cNvSpPr txBox="1"/>
              <p:nvPr/>
            </p:nvSpPr>
            <p:spPr>
              <a:xfrm>
                <a:off x="1562322" y="3459402"/>
                <a:ext cx="12057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NP" sz="1800">
                    <a:solidFill>
                      <a:schemeClr val="dk1"/>
                    </a:solidFill>
                    <a:latin typeface="Arial"/>
                    <a:ea typeface="Arial"/>
                    <a:cs typeface="Arial"/>
                    <a:sym typeface="Arial"/>
                  </a:rPr>
                  <a:t>Customer</a:t>
                </a:r>
                <a:endParaRPr/>
              </a:p>
            </p:txBody>
          </p:sp>
        </p:grpSp>
        <p:grpSp>
          <p:nvGrpSpPr>
            <p:cNvPr id="486" name="Google Shape;486;p43"/>
            <p:cNvGrpSpPr/>
            <p:nvPr/>
          </p:nvGrpSpPr>
          <p:grpSpPr>
            <a:xfrm>
              <a:off x="4885682" y="2233623"/>
              <a:ext cx="2386551" cy="791226"/>
              <a:chOff x="5546330" y="2312987"/>
              <a:chExt cx="2386551" cy="791226"/>
            </a:xfrm>
          </p:grpSpPr>
          <p:sp>
            <p:nvSpPr>
              <p:cNvPr id="487" name="Google Shape;487;p43"/>
              <p:cNvSpPr/>
              <p:nvPr/>
            </p:nvSpPr>
            <p:spPr>
              <a:xfrm>
                <a:off x="6253598" y="2312987"/>
                <a:ext cx="846332" cy="493693"/>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88" name="Google Shape;488;p43"/>
              <p:cNvSpPr txBox="1"/>
              <p:nvPr/>
            </p:nvSpPr>
            <p:spPr>
              <a:xfrm>
                <a:off x="5546330" y="2827214"/>
                <a:ext cx="2386551"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NP" sz="1200">
                    <a:solidFill>
                      <a:schemeClr val="dk1"/>
                    </a:solidFill>
                    <a:latin typeface="Arial"/>
                    <a:ea typeface="Arial"/>
                    <a:cs typeface="Arial"/>
                    <a:sym typeface="Arial"/>
                  </a:rPr>
                  <a:t>Browse Catlog and select items</a:t>
                </a:r>
                <a:endParaRPr/>
              </a:p>
            </p:txBody>
          </p:sp>
        </p:grpSp>
        <p:grpSp>
          <p:nvGrpSpPr>
            <p:cNvPr id="489" name="Google Shape;489;p43"/>
            <p:cNvGrpSpPr/>
            <p:nvPr/>
          </p:nvGrpSpPr>
          <p:grpSpPr>
            <a:xfrm>
              <a:off x="5358727" y="3135941"/>
              <a:ext cx="1440459" cy="795754"/>
              <a:chOff x="6019380" y="2312987"/>
              <a:chExt cx="1440459" cy="795754"/>
            </a:xfrm>
          </p:grpSpPr>
          <p:sp>
            <p:nvSpPr>
              <p:cNvPr id="490" name="Google Shape;490;p43"/>
              <p:cNvSpPr/>
              <p:nvPr/>
            </p:nvSpPr>
            <p:spPr>
              <a:xfrm>
                <a:off x="6253598" y="2312987"/>
                <a:ext cx="846332" cy="493693"/>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1" name="Google Shape;491;p43"/>
              <p:cNvSpPr txBox="1"/>
              <p:nvPr/>
            </p:nvSpPr>
            <p:spPr>
              <a:xfrm>
                <a:off x="6019380" y="2831742"/>
                <a:ext cx="1440459"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NP" sz="1200">
                    <a:solidFill>
                      <a:schemeClr val="dk1"/>
                    </a:solidFill>
                    <a:latin typeface="Arial"/>
                    <a:ea typeface="Arial"/>
                    <a:cs typeface="Arial"/>
                    <a:sym typeface="Arial"/>
                  </a:rPr>
                  <a:t>Call Sales persion</a:t>
                </a:r>
                <a:endParaRPr/>
              </a:p>
            </p:txBody>
          </p:sp>
        </p:grpSp>
        <p:grpSp>
          <p:nvGrpSpPr>
            <p:cNvPr id="492" name="Google Shape;492;p43"/>
            <p:cNvGrpSpPr/>
            <p:nvPr/>
          </p:nvGrpSpPr>
          <p:grpSpPr>
            <a:xfrm>
              <a:off x="5446910" y="4061418"/>
              <a:ext cx="1426288" cy="792227"/>
              <a:chOff x="6040250" y="2312987"/>
              <a:chExt cx="1426288" cy="792227"/>
            </a:xfrm>
          </p:grpSpPr>
          <p:sp>
            <p:nvSpPr>
              <p:cNvPr id="493" name="Google Shape;493;p43"/>
              <p:cNvSpPr/>
              <p:nvPr/>
            </p:nvSpPr>
            <p:spPr>
              <a:xfrm>
                <a:off x="6253598" y="2312987"/>
                <a:ext cx="846332" cy="493693"/>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4" name="Google Shape;494;p43"/>
              <p:cNvSpPr txBox="1"/>
              <p:nvPr/>
            </p:nvSpPr>
            <p:spPr>
              <a:xfrm>
                <a:off x="6040250" y="2828215"/>
                <a:ext cx="1426288"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NP" sz="1200">
                    <a:solidFill>
                      <a:schemeClr val="dk1"/>
                    </a:solidFill>
                    <a:latin typeface="Arial"/>
                    <a:ea typeface="Arial"/>
                    <a:cs typeface="Arial"/>
                    <a:sym typeface="Arial"/>
                  </a:rPr>
                  <a:t>Give Shipping Info</a:t>
                </a:r>
                <a:endParaRPr/>
              </a:p>
            </p:txBody>
          </p:sp>
        </p:grpSp>
        <p:grpSp>
          <p:nvGrpSpPr>
            <p:cNvPr id="495" name="Google Shape;495;p43"/>
            <p:cNvGrpSpPr/>
            <p:nvPr/>
          </p:nvGrpSpPr>
          <p:grpSpPr>
            <a:xfrm>
              <a:off x="5451071" y="5000208"/>
              <a:ext cx="1431867" cy="807350"/>
              <a:chOff x="6039132" y="2312987"/>
              <a:chExt cx="1431867" cy="807350"/>
            </a:xfrm>
          </p:grpSpPr>
          <p:sp>
            <p:nvSpPr>
              <p:cNvPr id="496" name="Google Shape;496;p43"/>
              <p:cNvSpPr/>
              <p:nvPr/>
            </p:nvSpPr>
            <p:spPr>
              <a:xfrm>
                <a:off x="6253598" y="2312987"/>
                <a:ext cx="846332" cy="493693"/>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7" name="Google Shape;497;p43"/>
              <p:cNvSpPr txBox="1"/>
              <p:nvPr/>
            </p:nvSpPr>
            <p:spPr>
              <a:xfrm>
                <a:off x="6039132" y="2843338"/>
                <a:ext cx="143186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NP" sz="1200">
                    <a:solidFill>
                      <a:schemeClr val="dk1"/>
                    </a:solidFill>
                    <a:latin typeface="Arial"/>
                    <a:ea typeface="Arial"/>
                    <a:cs typeface="Arial"/>
                    <a:sym typeface="Arial"/>
                  </a:rPr>
                  <a:t>Give Payment Info</a:t>
                </a:r>
                <a:endParaRPr/>
              </a:p>
            </p:txBody>
          </p:sp>
        </p:grpSp>
        <p:grpSp>
          <p:nvGrpSpPr>
            <p:cNvPr id="498" name="Google Shape;498;p43"/>
            <p:cNvGrpSpPr/>
            <p:nvPr/>
          </p:nvGrpSpPr>
          <p:grpSpPr>
            <a:xfrm>
              <a:off x="5468846" y="6009931"/>
              <a:ext cx="1357937" cy="741463"/>
              <a:chOff x="6076102" y="2312987"/>
              <a:chExt cx="1357937" cy="741463"/>
            </a:xfrm>
          </p:grpSpPr>
          <p:sp>
            <p:nvSpPr>
              <p:cNvPr id="499" name="Google Shape;499;p43"/>
              <p:cNvSpPr/>
              <p:nvPr/>
            </p:nvSpPr>
            <p:spPr>
              <a:xfrm>
                <a:off x="6253598" y="2312987"/>
                <a:ext cx="846332" cy="493693"/>
              </a:xfrm>
              <a:prstGeom prst="ellipse">
                <a:avLst/>
              </a:prstGeom>
              <a:solidFill>
                <a:schemeClr val="accent1"/>
              </a:solidFill>
              <a:ln cap="flat" cmpd="sng" w="12700">
                <a:solidFill>
                  <a:srgbClr val="41474D"/>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0" name="Google Shape;500;p43"/>
              <p:cNvSpPr txBox="1"/>
              <p:nvPr/>
            </p:nvSpPr>
            <p:spPr>
              <a:xfrm>
                <a:off x="6076102" y="2777451"/>
                <a:ext cx="1357937"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NP" sz="1200">
                    <a:solidFill>
                      <a:schemeClr val="dk1"/>
                    </a:solidFill>
                    <a:latin typeface="Arial"/>
                    <a:ea typeface="Arial"/>
                    <a:cs typeface="Arial"/>
                    <a:sym typeface="Arial"/>
                  </a:rPr>
                  <a:t>Get confirmation</a:t>
                </a:r>
                <a:endParaRPr/>
              </a:p>
            </p:txBody>
          </p:sp>
        </p:grpSp>
        <p:cxnSp>
          <p:nvCxnSpPr>
            <p:cNvPr id="501" name="Google Shape;501;p43"/>
            <p:cNvCxnSpPr/>
            <p:nvPr/>
          </p:nvCxnSpPr>
          <p:spPr>
            <a:xfrm flipH="1" rot="10800000">
              <a:off x="3483767" y="3024849"/>
              <a:ext cx="1674541" cy="1036569"/>
            </a:xfrm>
            <a:prstGeom prst="straightConnector1">
              <a:avLst/>
            </a:prstGeom>
            <a:noFill/>
            <a:ln cap="flat" cmpd="sng" w="25400">
              <a:solidFill>
                <a:schemeClr val="dk2"/>
              </a:solidFill>
              <a:prstDash val="solid"/>
              <a:miter lim="800000"/>
              <a:headEnd len="sm" w="sm" type="none"/>
              <a:tailEnd len="med" w="med" type="triangle"/>
            </a:ln>
          </p:spPr>
        </p:cxnSp>
        <p:cxnSp>
          <p:nvCxnSpPr>
            <p:cNvPr id="502" name="Google Shape;502;p43"/>
            <p:cNvCxnSpPr/>
            <p:nvPr/>
          </p:nvCxnSpPr>
          <p:spPr>
            <a:xfrm flipH="1" rot="10800000">
              <a:off x="3531955" y="3654696"/>
              <a:ext cx="1876892" cy="623007"/>
            </a:xfrm>
            <a:prstGeom prst="straightConnector1">
              <a:avLst/>
            </a:prstGeom>
            <a:noFill/>
            <a:ln cap="flat" cmpd="sng" w="25400">
              <a:solidFill>
                <a:schemeClr val="dk2"/>
              </a:solidFill>
              <a:prstDash val="solid"/>
              <a:miter lim="800000"/>
              <a:headEnd len="sm" w="sm" type="none"/>
              <a:tailEnd len="med" w="med" type="triangle"/>
            </a:ln>
          </p:spPr>
        </p:cxnSp>
        <p:cxnSp>
          <p:nvCxnSpPr>
            <p:cNvPr id="503" name="Google Shape;503;p43"/>
            <p:cNvCxnSpPr/>
            <p:nvPr/>
          </p:nvCxnSpPr>
          <p:spPr>
            <a:xfrm flipH="1" rot="10800000">
              <a:off x="3581116" y="4295119"/>
              <a:ext cx="1981004" cy="238222"/>
            </a:xfrm>
            <a:prstGeom prst="straightConnector1">
              <a:avLst/>
            </a:prstGeom>
            <a:noFill/>
            <a:ln cap="flat" cmpd="sng" w="25400">
              <a:solidFill>
                <a:schemeClr val="dk2"/>
              </a:solidFill>
              <a:prstDash val="solid"/>
              <a:miter lim="800000"/>
              <a:headEnd len="sm" w="sm" type="none"/>
              <a:tailEnd len="med" w="med" type="triangle"/>
            </a:ln>
          </p:spPr>
        </p:cxnSp>
        <p:cxnSp>
          <p:nvCxnSpPr>
            <p:cNvPr id="504" name="Google Shape;504;p43"/>
            <p:cNvCxnSpPr/>
            <p:nvPr/>
          </p:nvCxnSpPr>
          <p:spPr>
            <a:xfrm>
              <a:off x="3610613" y="4728255"/>
              <a:ext cx="1951507" cy="529546"/>
            </a:xfrm>
            <a:prstGeom prst="straightConnector1">
              <a:avLst/>
            </a:prstGeom>
            <a:noFill/>
            <a:ln cap="flat" cmpd="sng" w="25400">
              <a:solidFill>
                <a:schemeClr val="dk2"/>
              </a:solidFill>
              <a:prstDash val="solid"/>
              <a:miter lim="800000"/>
              <a:headEnd len="sm" w="sm" type="none"/>
              <a:tailEnd len="med" w="med" type="triangle"/>
            </a:ln>
          </p:spPr>
        </p:cxnSp>
        <p:cxnSp>
          <p:nvCxnSpPr>
            <p:cNvPr id="505" name="Google Shape;505;p43"/>
            <p:cNvCxnSpPr/>
            <p:nvPr/>
          </p:nvCxnSpPr>
          <p:spPr>
            <a:xfrm>
              <a:off x="3610613" y="4932368"/>
              <a:ext cx="1979213" cy="1304816"/>
            </a:xfrm>
            <a:prstGeom prst="straightConnector1">
              <a:avLst/>
            </a:prstGeom>
            <a:noFill/>
            <a:ln cap="flat" cmpd="sng" w="25400">
              <a:solidFill>
                <a:schemeClr val="dk2"/>
              </a:solidFill>
              <a:prstDash val="solid"/>
              <a:miter lim="800000"/>
              <a:headEnd len="sm" w="sm" type="none"/>
              <a:tailEnd len="med" w="med" type="triangle"/>
            </a:ln>
          </p:spPr>
        </p:cxnSp>
      </p:grpSp>
      <p:sp>
        <p:nvSpPr>
          <p:cNvPr id="506" name="Google Shape;506;p43"/>
          <p:cNvSpPr txBox="1"/>
          <p:nvPr/>
        </p:nvSpPr>
        <p:spPr>
          <a:xfrm>
            <a:off x="8115469" y="2414748"/>
            <a:ext cx="3379543"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NP" sz="2400">
                <a:solidFill>
                  <a:schemeClr val="dk1"/>
                </a:solidFill>
                <a:latin typeface="Arial"/>
                <a:ea typeface="Arial"/>
                <a:cs typeface="Arial"/>
                <a:sym typeface="Arial"/>
              </a:rPr>
              <a:t>The sales person could also be included in this use case diagram because the sales person is also interacting with the ordering system</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44"/>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512" name="Google Shape;512;p44"/>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Use case Diagram : Question 2</a:t>
            </a:r>
            <a:endParaRPr/>
          </a:p>
          <a:p>
            <a:pPr indent="-246888" lvl="1" marL="612648" rtl="0" algn="l">
              <a:lnSpc>
                <a:spcPct val="90000"/>
              </a:lnSpc>
              <a:spcBef>
                <a:spcPts val="600"/>
              </a:spcBef>
              <a:spcAft>
                <a:spcPts val="0"/>
              </a:spcAft>
              <a:buClr>
                <a:schemeClr val="dk1"/>
              </a:buClr>
              <a:buSzPts val="2100"/>
              <a:buChar char="–"/>
            </a:pPr>
            <a:r>
              <a:rPr lang="en-NP" sz="2100"/>
              <a:t>The site user and the webmaster are the actors. The site user wants to search for documents, browse documents, and view events. These are the use cases or the functionality the user wants to do. The download and preview documents are the use cases too, and they are in relation to each other based on user requirements.</a:t>
            </a:r>
            <a:endParaRPr/>
          </a:p>
          <a:p>
            <a:pPr indent="-246888" lvl="1" marL="612648" rtl="0" algn="l">
              <a:lnSpc>
                <a:spcPct val="90000"/>
              </a:lnSpc>
              <a:spcBef>
                <a:spcPts val="600"/>
              </a:spcBef>
              <a:spcAft>
                <a:spcPts val="0"/>
              </a:spcAft>
              <a:buClr>
                <a:schemeClr val="dk1"/>
              </a:buClr>
              <a:buSzPts val="2100"/>
              <a:buChar char="–"/>
            </a:pPr>
            <a:r>
              <a:rPr lang="en-NP" sz="2100"/>
              <a:t>The webmaster upload documents, post new events to the homepage and add a user and these use cases are in relation with the managed folders and add company but still based on what the actor wants</a:t>
            </a:r>
            <a:endParaRPr/>
          </a:p>
          <a:p>
            <a:pPr indent="-94488" lvl="1" marL="612648" rtl="0" algn="l">
              <a:lnSpc>
                <a:spcPct val="90000"/>
              </a:lnSpc>
              <a:spcBef>
                <a:spcPts val="600"/>
              </a:spcBef>
              <a:spcAft>
                <a:spcPts val="0"/>
              </a:spcAft>
              <a:buClr>
                <a:schemeClr val="dk1"/>
              </a:buClr>
              <a:buSzPts val="2400"/>
              <a:buNone/>
            </a:pPr>
            <a:r>
              <a:t/>
            </a:r>
            <a:endParaRPr/>
          </a:p>
          <a:p>
            <a:pPr indent="0" lvl="2" marL="731520" rtl="0" algn="l">
              <a:lnSpc>
                <a:spcPct val="90000"/>
              </a:lnSpc>
              <a:spcBef>
                <a:spcPts val="600"/>
              </a:spcBef>
              <a:spcAft>
                <a:spcPts val="0"/>
              </a:spcAft>
              <a:buClr>
                <a:schemeClr val="dk1"/>
              </a:buClr>
              <a:buSzPts val="2000"/>
              <a:buNone/>
            </a:pPr>
            <a:r>
              <a:rPr lang="en-NP"/>
              <a:t>Translate use case sequesnce in to diagram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5"/>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Use Case Diagram</a:t>
            </a:r>
            <a:endParaRPr/>
          </a:p>
        </p:txBody>
      </p:sp>
      <p:sp>
        <p:nvSpPr>
          <p:cNvPr id="518" name="Google Shape;518;p45"/>
          <p:cNvSpPr txBox="1"/>
          <p:nvPr>
            <p:ph idx="1" type="body"/>
          </p:nvPr>
        </p:nvSpPr>
        <p:spPr>
          <a:xfrm>
            <a:off x="1593436" y="1600199"/>
            <a:ext cx="10045592" cy="5040103"/>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Use case Diagram : Question 2</a:t>
            </a:r>
            <a:endParaRPr/>
          </a:p>
        </p:txBody>
      </p:sp>
      <p:pic>
        <p:nvPicPr>
          <p:cNvPr id="519" name="Google Shape;519;p45"/>
          <p:cNvPicPr preferRelativeResize="0"/>
          <p:nvPr/>
        </p:nvPicPr>
        <p:blipFill rotWithShape="1">
          <a:blip r:embed="rId3">
            <a:alphaModFix/>
          </a:blip>
          <a:srcRect b="0" l="0" r="0" t="0"/>
          <a:stretch/>
        </p:blipFill>
        <p:spPr>
          <a:xfrm>
            <a:off x="2566020" y="2046727"/>
            <a:ext cx="5694408" cy="461944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6"/>
          <p:cNvSpPr txBox="1"/>
          <p:nvPr>
            <p:ph type="title"/>
          </p:nvPr>
        </p:nvSpPr>
        <p:spPr>
          <a:xfrm>
            <a:off x="1593436" y="177800"/>
            <a:ext cx="9782801" cy="173903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Tool as capturing functional requirements</a:t>
            </a:r>
            <a:endParaRPr/>
          </a:p>
        </p:txBody>
      </p:sp>
      <p:sp>
        <p:nvSpPr>
          <p:cNvPr id="525" name="Google Shape;525;p46"/>
          <p:cNvSpPr txBox="1"/>
          <p:nvPr>
            <p:ph idx="1" type="body"/>
          </p:nvPr>
        </p:nvSpPr>
        <p:spPr>
          <a:xfrm>
            <a:off x="1593436" y="2132856"/>
            <a:ext cx="10045592" cy="4507446"/>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Use Case for Functional Requirements </a:t>
            </a:r>
            <a:endParaRPr/>
          </a:p>
          <a:p>
            <a:pPr indent="-246888" lvl="1" marL="612648" rtl="0" algn="l">
              <a:lnSpc>
                <a:spcPct val="90000"/>
              </a:lnSpc>
              <a:spcBef>
                <a:spcPts val="600"/>
              </a:spcBef>
              <a:spcAft>
                <a:spcPts val="0"/>
              </a:spcAft>
              <a:buClr>
                <a:schemeClr val="dk1"/>
              </a:buClr>
              <a:buSzPts val="2400"/>
              <a:buChar char="–"/>
            </a:pPr>
            <a:r>
              <a:rPr lang="en-NP"/>
              <a:t>Use cases do explain the user’s interaction with the system, but they omit a lot of details that are necessary to know before the system can be developed. </a:t>
            </a:r>
            <a:endParaRPr/>
          </a:p>
          <a:p>
            <a:pPr indent="-246888" lvl="1" marL="612648" rtl="0" algn="l">
              <a:lnSpc>
                <a:spcPct val="90000"/>
              </a:lnSpc>
              <a:spcBef>
                <a:spcPts val="600"/>
              </a:spcBef>
              <a:spcAft>
                <a:spcPts val="0"/>
              </a:spcAft>
              <a:buClr>
                <a:schemeClr val="dk1"/>
              </a:buClr>
              <a:buSzPts val="2400"/>
              <a:buChar char="–"/>
            </a:pPr>
            <a:r>
              <a:rPr lang="en-NP"/>
              <a:t>Only convey the user points of view rather than detailing of use case.</a:t>
            </a:r>
            <a:endParaRPr/>
          </a:p>
          <a:p>
            <a:pPr indent="-246888" lvl="1" marL="612648" rtl="0" algn="l">
              <a:lnSpc>
                <a:spcPct val="90000"/>
              </a:lnSpc>
              <a:spcBef>
                <a:spcPts val="600"/>
              </a:spcBef>
              <a:spcAft>
                <a:spcPts val="0"/>
              </a:spcAft>
              <a:buClr>
                <a:schemeClr val="dk1"/>
              </a:buClr>
              <a:buSzPts val="2400"/>
              <a:buChar char="–"/>
            </a:pPr>
            <a:r>
              <a:rPr lang="en-NP"/>
              <a:t>Transforming the user’s view into the developer’s view by creating functional requirements is one of the important contributions that the systems analyst makes to the development project.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69088" lvl="0" marL="246888" rtl="0" algn="l">
              <a:lnSpc>
                <a:spcPct val="90000"/>
              </a:lnSpc>
              <a:spcBef>
                <a:spcPts val="1400"/>
              </a:spcBef>
              <a:spcAft>
                <a:spcPts val="0"/>
              </a:spcAft>
              <a:buClr>
                <a:schemeClr val="dk1"/>
              </a:buClr>
              <a:buSzPts val="28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7"/>
          <p:cNvSpPr txBox="1"/>
          <p:nvPr>
            <p:ph type="title"/>
          </p:nvPr>
        </p:nvSpPr>
        <p:spPr>
          <a:xfrm>
            <a:off x="1593436" y="177800"/>
            <a:ext cx="9782801" cy="130698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Use Case Analysis – Tool as testing</a:t>
            </a:r>
            <a:endParaRPr/>
          </a:p>
        </p:txBody>
      </p:sp>
      <p:sp>
        <p:nvSpPr>
          <p:cNvPr id="531" name="Google Shape;531;p47"/>
          <p:cNvSpPr txBox="1"/>
          <p:nvPr>
            <p:ph idx="1" type="body"/>
          </p:nvPr>
        </p:nvSpPr>
        <p:spPr>
          <a:xfrm>
            <a:off x="1593436" y="1700808"/>
            <a:ext cx="10045592" cy="4939494"/>
          </a:xfrm>
          <a:prstGeom prst="rect">
            <a:avLst/>
          </a:prstGeom>
          <a:noFill/>
          <a:ln>
            <a:noFill/>
          </a:ln>
        </p:spPr>
        <p:txBody>
          <a:bodyPr anchorCtr="0" anchor="t" bIns="45700" lIns="91425" spcFirstLastPara="1" rIns="91425" wrap="square" tIns="45700">
            <a:normAutofit/>
          </a:bodyPr>
          <a:lstStyle/>
          <a:p>
            <a:pPr indent="-246888" lvl="0" marL="246888" rtl="0" algn="l">
              <a:lnSpc>
                <a:spcPct val="90000"/>
              </a:lnSpc>
              <a:spcBef>
                <a:spcPts val="0"/>
              </a:spcBef>
              <a:spcAft>
                <a:spcPts val="0"/>
              </a:spcAft>
              <a:buClr>
                <a:schemeClr val="dk1"/>
              </a:buClr>
              <a:buSzPts val="2800"/>
              <a:buChar char="›"/>
            </a:pPr>
            <a:r>
              <a:rPr lang="en-NP"/>
              <a:t>Use Case for Functional Requirements </a:t>
            </a:r>
            <a:endParaRPr/>
          </a:p>
          <a:p>
            <a:pPr indent="-246888" lvl="1" marL="612648" rtl="0" algn="l">
              <a:lnSpc>
                <a:spcPct val="90000"/>
              </a:lnSpc>
              <a:spcBef>
                <a:spcPts val="600"/>
              </a:spcBef>
              <a:spcAft>
                <a:spcPts val="0"/>
              </a:spcAft>
              <a:buClr>
                <a:schemeClr val="dk1"/>
              </a:buClr>
              <a:buSzPts val="2400"/>
              <a:buChar char="–"/>
            </a:pPr>
            <a:r>
              <a:rPr lang="en-NP"/>
              <a:t>Many organizations develop test plans early in the development process - advantages, including giving the testing/quality assurance personnel an early understanding of the system under development. </a:t>
            </a:r>
            <a:endParaRPr/>
          </a:p>
          <a:p>
            <a:pPr indent="-246888" lvl="1" marL="612648" rtl="0" algn="l">
              <a:lnSpc>
                <a:spcPct val="90000"/>
              </a:lnSpc>
              <a:spcBef>
                <a:spcPts val="600"/>
              </a:spcBef>
              <a:spcAft>
                <a:spcPts val="0"/>
              </a:spcAft>
              <a:buClr>
                <a:schemeClr val="dk1"/>
              </a:buClr>
              <a:buSzPts val="2400"/>
              <a:buChar char="–"/>
            </a:pPr>
            <a:r>
              <a:rPr lang="en-NP"/>
              <a:t>testing personnel can readily identify elements of the tests they will want to perform when the system enters testing. </a:t>
            </a:r>
            <a:endParaRPr/>
          </a:p>
          <a:p>
            <a:pPr indent="-246888" lvl="1" marL="612648" rtl="0" algn="l">
              <a:lnSpc>
                <a:spcPct val="90000"/>
              </a:lnSpc>
              <a:spcBef>
                <a:spcPts val="600"/>
              </a:spcBef>
              <a:spcAft>
                <a:spcPts val="0"/>
              </a:spcAft>
              <a:buClr>
                <a:schemeClr val="dk1"/>
              </a:buClr>
              <a:buSzPts val="2400"/>
              <a:buChar char="–"/>
            </a:pPr>
            <a:r>
              <a:rPr lang="en-NP"/>
              <a:t>When the time comes to perform the tests, the testing personnel are well prepared and not forced to develop and perform the tests in a rush. </a:t>
            </a:r>
            <a:endParaRPr/>
          </a:p>
          <a:p>
            <a:pPr indent="-246888" lvl="1" marL="612648" rtl="0" algn="l">
              <a:lnSpc>
                <a:spcPct val="90000"/>
              </a:lnSpc>
              <a:spcBef>
                <a:spcPts val="600"/>
              </a:spcBef>
              <a:spcAft>
                <a:spcPts val="0"/>
              </a:spcAft>
              <a:buClr>
                <a:schemeClr val="dk1"/>
              </a:buClr>
              <a:buSzPts val="2400"/>
              <a:buChar char="–"/>
            </a:pPr>
            <a:r>
              <a:rPr lang="en-NP"/>
              <a:t>The quality assurance personnel often can make helpful suggestions about the system and it is valuable to gain this feedback early in the development process.</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69088" lvl="0" marL="246888" rtl="0" algn="l">
              <a:lnSpc>
                <a:spcPct val="90000"/>
              </a:lnSpc>
              <a:spcBef>
                <a:spcPts val="1400"/>
              </a:spcBef>
              <a:spcAft>
                <a:spcPts val="0"/>
              </a:spcAft>
              <a:buClr>
                <a:schemeClr val="dk1"/>
              </a:buClr>
              <a:buSzPts val="28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8"/>
          <p:cNvSpPr txBox="1"/>
          <p:nvPr>
            <p:ph type="title"/>
          </p:nvPr>
        </p:nvSpPr>
        <p:spPr>
          <a:xfrm>
            <a:off x="1582449" y="-99392"/>
            <a:ext cx="9782801" cy="79208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400"/>
              <a:buFont typeface="Arial"/>
              <a:buNone/>
            </a:pPr>
            <a:r>
              <a:rPr lang="en-NP" sz="3400"/>
              <a:t>Use Case Analysis – Identifying Major Use Case</a:t>
            </a:r>
            <a:endParaRPr/>
          </a:p>
        </p:txBody>
      </p:sp>
      <p:sp>
        <p:nvSpPr>
          <p:cNvPr id="537" name="Google Shape;537;p48"/>
          <p:cNvSpPr txBox="1"/>
          <p:nvPr>
            <p:ph idx="1" type="body"/>
          </p:nvPr>
        </p:nvSpPr>
        <p:spPr>
          <a:xfrm>
            <a:off x="1593436" y="1700808"/>
            <a:ext cx="10045592" cy="4939494"/>
          </a:xfrm>
          <a:prstGeom prst="rect">
            <a:avLst/>
          </a:prstGeom>
          <a:noFill/>
          <a:ln>
            <a:noFill/>
          </a:ln>
        </p:spPr>
        <p:txBody>
          <a:bodyPr anchorCtr="0" anchor="t" bIns="45700" lIns="91425" spcFirstLastPara="1" rIns="91425" wrap="square" tIns="45700">
            <a:normAutofit/>
          </a:bodyPr>
          <a:lstStyle/>
          <a:p>
            <a:pPr indent="-69088" lvl="0" marL="246888" rtl="0" algn="l">
              <a:lnSpc>
                <a:spcPct val="90000"/>
              </a:lnSpc>
              <a:spcBef>
                <a:spcPts val="0"/>
              </a:spcBef>
              <a:spcAft>
                <a:spcPts val="0"/>
              </a:spcAft>
              <a:buClr>
                <a:schemeClr val="dk1"/>
              </a:buClr>
              <a:buSzPts val="28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69088" lvl="0" marL="246888" rtl="0" algn="l">
              <a:lnSpc>
                <a:spcPct val="90000"/>
              </a:lnSpc>
              <a:spcBef>
                <a:spcPts val="1400"/>
              </a:spcBef>
              <a:spcAft>
                <a:spcPts val="0"/>
              </a:spcAft>
              <a:buClr>
                <a:schemeClr val="dk1"/>
              </a:buClr>
              <a:buSzPts val="2800"/>
              <a:buNone/>
            </a:pPr>
            <a:r>
              <a:t/>
            </a:r>
            <a:endParaRPr/>
          </a:p>
        </p:txBody>
      </p:sp>
      <p:pic>
        <p:nvPicPr>
          <p:cNvPr id="538" name="Google Shape;538;p48"/>
          <p:cNvPicPr preferRelativeResize="0"/>
          <p:nvPr/>
        </p:nvPicPr>
        <p:blipFill rotWithShape="1">
          <a:blip r:embed="rId3">
            <a:alphaModFix/>
          </a:blip>
          <a:srcRect b="0" l="0" r="0" t="0"/>
          <a:stretch/>
        </p:blipFill>
        <p:spPr>
          <a:xfrm>
            <a:off x="1485900" y="689055"/>
            <a:ext cx="7772400" cy="611598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9"/>
          <p:cNvSpPr txBox="1"/>
          <p:nvPr>
            <p:ph type="title"/>
          </p:nvPr>
        </p:nvSpPr>
        <p:spPr>
          <a:xfrm>
            <a:off x="1582449" y="-99392"/>
            <a:ext cx="9782801" cy="12241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400"/>
              <a:buFont typeface="Arial"/>
              <a:buNone/>
            </a:pPr>
            <a:r>
              <a:rPr lang="en-NP" sz="3400"/>
              <a:t>Use Case Analysis – Use Case in Document</a:t>
            </a:r>
            <a:endParaRPr/>
          </a:p>
        </p:txBody>
      </p:sp>
      <p:sp>
        <p:nvSpPr>
          <p:cNvPr id="544" name="Google Shape;544;p49"/>
          <p:cNvSpPr txBox="1"/>
          <p:nvPr>
            <p:ph idx="1" type="body"/>
          </p:nvPr>
        </p:nvSpPr>
        <p:spPr>
          <a:xfrm>
            <a:off x="1593436" y="1700808"/>
            <a:ext cx="10045592" cy="4939494"/>
          </a:xfrm>
          <a:prstGeom prst="rect">
            <a:avLst/>
          </a:prstGeom>
          <a:noFill/>
          <a:ln>
            <a:noFill/>
          </a:ln>
        </p:spPr>
        <p:txBody>
          <a:bodyPr anchorCtr="0" anchor="t" bIns="45700" lIns="91425" spcFirstLastPara="1" rIns="91425" wrap="square" tIns="45700">
            <a:normAutofit/>
          </a:bodyPr>
          <a:lstStyle/>
          <a:p>
            <a:pPr indent="-69088" lvl="0" marL="246888" rtl="0" algn="l">
              <a:lnSpc>
                <a:spcPct val="90000"/>
              </a:lnSpc>
              <a:spcBef>
                <a:spcPts val="0"/>
              </a:spcBef>
              <a:spcAft>
                <a:spcPts val="0"/>
              </a:spcAft>
              <a:buClr>
                <a:schemeClr val="dk1"/>
              </a:buClr>
              <a:buSzPts val="2800"/>
              <a:buNone/>
            </a:pPr>
            <a:r>
              <a:t/>
            </a:r>
            <a:endParaRPr/>
          </a:p>
          <a:p>
            <a:pPr indent="-94488" lvl="1" marL="612648" rtl="0" algn="l">
              <a:lnSpc>
                <a:spcPct val="90000"/>
              </a:lnSpc>
              <a:spcBef>
                <a:spcPts val="600"/>
              </a:spcBef>
              <a:spcAft>
                <a:spcPts val="0"/>
              </a:spcAft>
              <a:buClr>
                <a:schemeClr val="dk1"/>
              </a:buClr>
              <a:buSzPts val="2400"/>
              <a:buNone/>
            </a:pPr>
            <a:r>
              <a:t/>
            </a:r>
            <a:endParaRPr/>
          </a:p>
          <a:p>
            <a:pPr indent="-94488" lvl="1" marL="612648" rtl="0" algn="l">
              <a:lnSpc>
                <a:spcPct val="90000"/>
              </a:lnSpc>
              <a:spcBef>
                <a:spcPts val="600"/>
              </a:spcBef>
              <a:spcAft>
                <a:spcPts val="0"/>
              </a:spcAft>
              <a:buClr>
                <a:schemeClr val="dk1"/>
              </a:buClr>
              <a:buSzPts val="2400"/>
              <a:buNone/>
            </a:pPr>
            <a:r>
              <a:t/>
            </a:r>
            <a:endParaRPr/>
          </a:p>
          <a:p>
            <a:pPr indent="-69088" lvl="0" marL="246888" rtl="0" algn="l">
              <a:lnSpc>
                <a:spcPct val="90000"/>
              </a:lnSpc>
              <a:spcBef>
                <a:spcPts val="1400"/>
              </a:spcBef>
              <a:spcAft>
                <a:spcPts val="0"/>
              </a:spcAft>
              <a:buClr>
                <a:schemeClr val="dk1"/>
              </a:buClr>
              <a:buSzPts val="2800"/>
              <a:buNone/>
            </a:pPr>
            <a:r>
              <a:t/>
            </a:r>
            <a:endParaRPr/>
          </a:p>
        </p:txBody>
      </p:sp>
      <p:pic>
        <p:nvPicPr>
          <p:cNvPr id="545" name="Google Shape;545;p49"/>
          <p:cNvPicPr preferRelativeResize="0"/>
          <p:nvPr/>
        </p:nvPicPr>
        <p:blipFill rotWithShape="1">
          <a:blip r:embed="rId3">
            <a:alphaModFix/>
          </a:blip>
          <a:srcRect b="0" l="0" r="0" t="0"/>
          <a:stretch/>
        </p:blipFill>
        <p:spPr>
          <a:xfrm>
            <a:off x="1197868" y="1241376"/>
            <a:ext cx="10627011" cy="561662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50"/>
          <p:cNvSpPr txBox="1"/>
          <p:nvPr>
            <p:ph type="title"/>
          </p:nvPr>
        </p:nvSpPr>
        <p:spPr>
          <a:xfrm>
            <a:off x="1593436" y="177800"/>
            <a:ext cx="9782801" cy="12398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43F49"/>
              </a:buClr>
              <a:buSzPts val="3600"/>
              <a:buFont typeface="Arial"/>
              <a:buNone/>
            </a:pPr>
            <a:r>
              <a:rPr lang="en-NP"/>
              <a:t>Hmmmm..</a:t>
            </a:r>
            <a:endParaRPr/>
          </a:p>
        </p:txBody>
      </p:sp>
      <p:sp>
        <p:nvSpPr>
          <p:cNvPr id="551" name="Google Shape;551;p50"/>
          <p:cNvSpPr txBox="1"/>
          <p:nvPr>
            <p:ph idx="1" type="body"/>
          </p:nvPr>
        </p:nvSpPr>
        <p:spPr>
          <a:xfrm>
            <a:off x="1593436" y="1600200"/>
            <a:ext cx="4814586" cy="4572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NP"/>
              <a:t>That’s end of Unit II</a:t>
            </a:r>
            <a:endParaRPr/>
          </a:p>
        </p:txBody>
      </p:sp>
      <p:sp>
        <p:nvSpPr>
          <p:cNvPr id="552" name="Google Shape;552;p50"/>
          <p:cNvSpPr txBox="1"/>
          <p:nvPr>
            <p:ph idx="2" type="body"/>
          </p:nvPr>
        </p:nvSpPr>
        <p:spPr>
          <a:xfrm>
            <a:off x="6561651" y="1600200"/>
            <a:ext cx="4814586" cy="4572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NP"/>
              <a:t>Thank you</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Math 16x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2024-11-06T00:05:42Z</dcterms:created>
  <dc:creator>Microsoft Office User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