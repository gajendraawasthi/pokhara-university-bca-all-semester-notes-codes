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y="6858000" cx="1218882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guide id="3" pos="1007">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79" roundtripDataSignature="AMtx7mjhb3JItUWZUEdFiTrYyYL8ZSj9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 pos="1007"/>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customschemas.google.com/relationships/presentationmetadata" Target="metadata"/><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3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3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3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4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4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4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4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4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4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4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4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4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4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5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5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5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5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5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5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5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5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5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5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6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6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6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6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6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6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6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6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6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6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7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7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7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7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sp>
        <p:nvSpPr>
          <p:cNvPr id="24" name="Google Shape;24;p75"/>
          <p:cNvSpPr/>
          <p:nvPr/>
        </p:nvSpPr>
        <p:spPr>
          <a:xfrm>
            <a:off x="11579384" y="5638800"/>
            <a:ext cx="609441" cy="12192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 name="Google Shape;25;p75"/>
          <p:cNvSpPr/>
          <p:nvPr/>
        </p:nvSpPr>
        <p:spPr>
          <a:xfrm>
            <a:off x="11274663" y="5638800"/>
            <a:ext cx="304721" cy="12192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 name="Google Shape;26;p75"/>
          <p:cNvSpPr/>
          <p:nvPr/>
        </p:nvSpPr>
        <p:spPr>
          <a:xfrm>
            <a:off x="1218883" y="0"/>
            <a:ext cx="60944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 name="Google Shape;27;p75"/>
          <p:cNvSpPr/>
          <p:nvPr/>
        </p:nvSpPr>
        <p:spPr>
          <a:xfrm>
            <a:off x="0" y="0"/>
            <a:ext cx="1218883" cy="68580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 name="Google Shape;28;p75"/>
          <p:cNvSpPr/>
          <p:nvPr/>
        </p:nvSpPr>
        <p:spPr>
          <a:xfrm>
            <a:off x="0" y="5638800"/>
            <a:ext cx="12188825" cy="1219200"/>
          </a:xfrm>
          <a:prstGeom prst="rect">
            <a:avLst/>
          </a:prstGeom>
          <a:solidFill>
            <a:srgbClr val="6A8093">
              <a:alpha val="4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9" name="Google Shape;29;p75"/>
          <p:cNvCxnSpPr/>
          <p:nvPr/>
        </p:nvCxnSpPr>
        <p:spPr>
          <a:xfrm>
            <a:off x="11573293" y="5638800"/>
            <a:ext cx="0" cy="1219200"/>
          </a:xfrm>
          <a:prstGeom prst="straightConnector1">
            <a:avLst/>
          </a:prstGeom>
          <a:noFill/>
          <a:ln cap="flat" cmpd="sng" w="19050">
            <a:solidFill>
              <a:schemeClr val="lt1"/>
            </a:solidFill>
            <a:prstDash val="solid"/>
            <a:miter lim="800000"/>
            <a:headEnd len="sm" w="sm" type="none"/>
            <a:tailEnd len="sm" w="sm" type="none"/>
          </a:ln>
        </p:spPr>
      </p:cxnSp>
      <p:sp>
        <p:nvSpPr>
          <p:cNvPr id="30" name="Google Shape;30;p75"/>
          <p:cNvSpPr/>
          <p:nvPr/>
        </p:nvSpPr>
        <p:spPr>
          <a:xfrm>
            <a:off x="0" y="5643132"/>
            <a:ext cx="1216152" cy="1214868"/>
          </a:xfrm>
          <a:prstGeom prst="rect">
            <a:avLst/>
          </a:prstGeom>
          <a:solidFill>
            <a:srgbClr val="465562">
              <a:alpha val="74901"/>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1" name="Google Shape;31;p75"/>
          <p:cNvCxnSpPr/>
          <p:nvPr/>
        </p:nvCxnSpPr>
        <p:spPr>
          <a:xfrm>
            <a:off x="1218884" y="0"/>
            <a:ext cx="0" cy="6858000"/>
          </a:xfrm>
          <a:prstGeom prst="straightConnector1">
            <a:avLst/>
          </a:prstGeom>
          <a:noFill/>
          <a:ln cap="flat" cmpd="sng" w="19050">
            <a:solidFill>
              <a:schemeClr val="lt1"/>
            </a:solidFill>
            <a:prstDash val="solid"/>
            <a:miter lim="800000"/>
            <a:headEnd len="sm" w="sm" type="none"/>
            <a:tailEnd len="sm" w="sm" type="none"/>
          </a:ln>
        </p:spPr>
      </p:cxnSp>
      <p:cxnSp>
        <p:nvCxnSpPr>
          <p:cNvPr id="32" name="Google Shape;32;p75"/>
          <p:cNvCxnSpPr/>
          <p:nvPr/>
        </p:nvCxnSpPr>
        <p:spPr>
          <a:xfrm>
            <a:off x="0" y="5631204"/>
            <a:ext cx="1828325" cy="0"/>
          </a:xfrm>
          <a:prstGeom prst="straightConnector1">
            <a:avLst/>
          </a:prstGeom>
          <a:noFill/>
          <a:ln cap="flat" cmpd="sng" w="19050">
            <a:solidFill>
              <a:schemeClr val="lt1"/>
            </a:solidFill>
            <a:prstDash val="solid"/>
            <a:miter lim="800000"/>
            <a:headEnd len="sm" w="sm" type="none"/>
            <a:tailEnd len="sm" w="sm" type="none"/>
          </a:ln>
        </p:spPr>
      </p:cxnSp>
      <p:sp>
        <p:nvSpPr>
          <p:cNvPr id="33" name="Google Shape;33;p75"/>
          <p:cNvSpPr/>
          <p:nvPr/>
        </p:nvSpPr>
        <p:spPr>
          <a:xfrm>
            <a:off x="276462" y="6032500"/>
            <a:ext cx="593189" cy="519176"/>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75"/>
          <p:cNvSpPr txBox="1"/>
          <p:nvPr>
            <p:ph type="ctrTitle"/>
          </p:nvPr>
        </p:nvSpPr>
        <p:spPr>
          <a:xfrm>
            <a:off x="2428669" y="1600200"/>
            <a:ext cx="8329031" cy="268012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343F49"/>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5"/>
          <p:cNvSpPr txBox="1"/>
          <p:nvPr>
            <p:ph idx="1" type="subTitle"/>
          </p:nvPr>
        </p:nvSpPr>
        <p:spPr>
          <a:xfrm>
            <a:off x="2428669" y="4344915"/>
            <a:ext cx="7516442" cy="111608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None/>
              <a:defRPr sz="3200">
                <a:solidFill>
                  <a:schemeClr val="dk1"/>
                </a:solidFill>
              </a:defRPr>
            </a:lvl1pPr>
            <a:lvl2pPr lvl="1" algn="ctr">
              <a:lnSpc>
                <a:spcPct val="90000"/>
              </a:lnSpc>
              <a:spcBef>
                <a:spcPts val="600"/>
              </a:spcBef>
              <a:spcAft>
                <a:spcPts val="0"/>
              </a:spcAft>
              <a:buClr>
                <a:srgbClr val="92979C"/>
              </a:buClr>
              <a:buSzPts val="2400"/>
              <a:buNone/>
              <a:defRPr>
                <a:solidFill>
                  <a:srgbClr val="92979C"/>
                </a:solidFill>
              </a:defRPr>
            </a:lvl2pPr>
            <a:lvl3pPr lvl="2" algn="ctr">
              <a:lnSpc>
                <a:spcPct val="90000"/>
              </a:lnSpc>
              <a:spcBef>
                <a:spcPts val="600"/>
              </a:spcBef>
              <a:spcAft>
                <a:spcPts val="0"/>
              </a:spcAft>
              <a:buClr>
                <a:srgbClr val="92979C"/>
              </a:buClr>
              <a:buSzPts val="2000"/>
              <a:buNone/>
              <a:defRPr>
                <a:solidFill>
                  <a:srgbClr val="92979C"/>
                </a:solidFill>
              </a:defRPr>
            </a:lvl3pPr>
            <a:lvl4pPr lvl="3" algn="ctr">
              <a:lnSpc>
                <a:spcPct val="90000"/>
              </a:lnSpc>
              <a:spcBef>
                <a:spcPts val="600"/>
              </a:spcBef>
              <a:spcAft>
                <a:spcPts val="0"/>
              </a:spcAft>
              <a:buClr>
                <a:srgbClr val="92979C"/>
              </a:buClr>
              <a:buSzPts val="1800"/>
              <a:buNone/>
              <a:defRPr>
                <a:solidFill>
                  <a:srgbClr val="92979C"/>
                </a:solidFill>
              </a:defRPr>
            </a:lvl4pPr>
            <a:lvl5pPr lvl="4" algn="ctr">
              <a:lnSpc>
                <a:spcPct val="90000"/>
              </a:lnSpc>
              <a:spcBef>
                <a:spcPts val="600"/>
              </a:spcBef>
              <a:spcAft>
                <a:spcPts val="0"/>
              </a:spcAft>
              <a:buClr>
                <a:srgbClr val="92979C"/>
              </a:buClr>
              <a:buSzPts val="1800"/>
              <a:buNone/>
              <a:defRPr>
                <a:solidFill>
                  <a:srgbClr val="92979C"/>
                </a:solidFill>
              </a:defRPr>
            </a:lvl5pPr>
            <a:lvl6pPr lvl="5" algn="ctr">
              <a:lnSpc>
                <a:spcPct val="90000"/>
              </a:lnSpc>
              <a:spcBef>
                <a:spcPts val="600"/>
              </a:spcBef>
              <a:spcAft>
                <a:spcPts val="0"/>
              </a:spcAft>
              <a:buClr>
                <a:srgbClr val="92979C"/>
              </a:buClr>
              <a:buSzPts val="1800"/>
              <a:buNone/>
              <a:defRPr>
                <a:solidFill>
                  <a:srgbClr val="92979C"/>
                </a:solidFill>
              </a:defRPr>
            </a:lvl6pPr>
            <a:lvl7pPr lvl="6" algn="ctr">
              <a:lnSpc>
                <a:spcPct val="90000"/>
              </a:lnSpc>
              <a:spcBef>
                <a:spcPts val="600"/>
              </a:spcBef>
              <a:spcAft>
                <a:spcPts val="0"/>
              </a:spcAft>
              <a:buClr>
                <a:srgbClr val="92979C"/>
              </a:buClr>
              <a:buSzPts val="1800"/>
              <a:buNone/>
              <a:defRPr>
                <a:solidFill>
                  <a:srgbClr val="92979C"/>
                </a:solidFill>
              </a:defRPr>
            </a:lvl7pPr>
            <a:lvl8pPr lvl="7" algn="ctr">
              <a:lnSpc>
                <a:spcPct val="90000"/>
              </a:lnSpc>
              <a:spcBef>
                <a:spcPts val="600"/>
              </a:spcBef>
              <a:spcAft>
                <a:spcPts val="0"/>
              </a:spcAft>
              <a:buClr>
                <a:srgbClr val="92979C"/>
              </a:buClr>
              <a:buSzPts val="1800"/>
              <a:buNone/>
              <a:defRPr>
                <a:solidFill>
                  <a:srgbClr val="92979C"/>
                </a:solidFill>
              </a:defRPr>
            </a:lvl8pPr>
            <a:lvl9pPr lvl="8" algn="ctr">
              <a:lnSpc>
                <a:spcPct val="90000"/>
              </a:lnSpc>
              <a:spcBef>
                <a:spcPts val="600"/>
              </a:spcBef>
              <a:spcAft>
                <a:spcPts val="0"/>
              </a:spcAft>
              <a:buClr>
                <a:srgbClr val="92979C"/>
              </a:buClr>
              <a:buSzPts val="1800"/>
              <a:buNone/>
              <a:defRPr>
                <a:solidFill>
                  <a:srgbClr val="92979C"/>
                </a:solidFill>
              </a:defRPr>
            </a:lvl9pPr>
          </a:lstStyle>
          <a:p/>
        </p:txBody>
      </p:sp>
      <p:sp>
        <p:nvSpPr>
          <p:cNvPr id="36" name="Google Shape;36;p75"/>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5"/>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5"/>
          <p:cNvSpPr txBox="1"/>
          <p:nvPr>
            <p:ph idx="12" type="sldNum"/>
          </p:nvPr>
        </p:nvSpPr>
        <p:spPr>
          <a:xfrm>
            <a:off x="10666412"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dk2"/>
                </a:solidFill>
                <a:latin typeface="Arial"/>
                <a:ea typeface="Arial"/>
                <a:cs typeface="Arial"/>
                <a:sym typeface="Arial"/>
              </a:defRPr>
            </a:lvl1pPr>
            <a:lvl2pPr indent="0" lvl="1" marL="0" algn="r">
              <a:spcBef>
                <a:spcPts val="0"/>
              </a:spcBef>
              <a:buNone/>
              <a:defRPr sz="1200" cap="none">
                <a:solidFill>
                  <a:schemeClr val="dk2"/>
                </a:solidFill>
                <a:latin typeface="Arial"/>
                <a:ea typeface="Arial"/>
                <a:cs typeface="Arial"/>
                <a:sym typeface="Arial"/>
              </a:defRPr>
            </a:lvl2pPr>
            <a:lvl3pPr indent="0" lvl="2" marL="0" algn="r">
              <a:spcBef>
                <a:spcPts val="0"/>
              </a:spcBef>
              <a:buNone/>
              <a:defRPr sz="1200" cap="none">
                <a:solidFill>
                  <a:schemeClr val="dk2"/>
                </a:solidFill>
                <a:latin typeface="Arial"/>
                <a:ea typeface="Arial"/>
                <a:cs typeface="Arial"/>
                <a:sym typeface="Arial"/>
              </a:defRPr>
            </a:lvl3pPr>
            <a:lvl4pPr indent="0" lvl="3" marL="0" algn="r">
              <a:spcBef>
                <a:spcPts val="0"/>
              </a:spcBef>
              <a:buNone/>
              <a:defRPr sz="1200" cap="none">
                <a:solidFill>
                  <a:schemeClr val="dk2"/>
                </a:solidFill>
                <a:latin typeface="Arial"/>
                <a:ea typeface="Arial"/>
                <a:cs typeface="Arial"/>
                <a:sym typeface="Arial"/>
              </a:defRPr>
            </a:lvl4pPr>
            <a:lvl5pPr indent="0" lvl="4" marL="0" algn="r">
              <a:spcBef>
                <a:spcPts val="0"/>
              </a:spcBef>
              <a:buNone/>
              <a:defRPr sz="1200" cap="none">
                <a:solidFill>
                  <a:schemeClr val="dk2"/>
                </a:solidFill>
                <a:latin typeface="Arial"/>
                <a:ea typeface="Arial"/>
                <a:cs typeface="Arial"/>
                <a:sym typeface="Arial"/>
              </a:defRPr>
            </a:lvl5pPr>
            <a:lvl6pPr indent="0" lvl="5" marL="0" algn="r">
              <a:spcBef>
                <a:spcPts val="0"/>
              </a:spcBef>
              <a:buNone/>
              <a:defRPr sz="1200" cap="none">
                <a:solidFill>
                  <a:schemeClr val="dk2"/>
                </a:solidFill>
                <a:latin typeface="Arial"/>
                <a:ea typeface="Arial"/>
                <a:cs typeface="Arial"/>
                <a:sym typeface="Arial"/>
              </a:defRPr>
            </a:lvl6pPr>
            <a:lvl7pPr indent="0" lvl="6" marL="0" algn="r">
              <a:spcBef>
                <a:spcPts val="0"/>
              </a:spcBef>
              <a:buNone/>
              <a:defRPr sz="1200" cap="none">
                <a:solidFill>
                  <a:schemeClr val="dk2"/>
                </a:solidFill>
                <a:latin typeface="Arial"/>
                <a:ea typeface="Arial"/>
                <a:cs typeface="Arial"/>
                <a:sym typeface="Arial"/>
              </a:defRPr>
            </a:lvl7pPr>
            <a:lvl8pPr indent="0" lvl="7" marL="0" algn="r">
              <a:spcBef>
                <a:spcPts val="0"/>
              </a:spcBef>
              <a:buNone/>
              <a:defRPr sz="1200" cap="none">
                <a:solidFill>
                  <a:schemeClr val="dk2"/>
                </a:solidFill>
                <a:latin typeface="Arial"/>
                <a:ea typeface="Arial"/>
                <a:cs typeface="Arial"/>
                <a:sym typeface="Arial"/>
              </a:defRPr>
            </a:lvl8pPr>
            <a:lvl9pPr indent="0" lvl="8" marL="0" algn="r">
              <a:spcBef>
                <a:spcPts val="0"/>
              </a:spcBef>
              <a:buNone/>
              <a:defRPr sz="1200" cap="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7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76"/>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42" name="Google Shape;42;p76"/>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6"/>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6"/>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7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7"/>
          <p:cNvSpPr txBox="1"/>
          <p:nvPr>
            <p:ph idx="1" type="body"/>
          </p:nvPr>
        </p:nvSpPr>
        <p:spPr>
          <a:xfrm>
            <a:off x="1593436" y="1600200"/>
            <a:ext cx="4814586" cy="45720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400"/>
              </a:spcBef>
              <a:spcAft>
                <a:spcPts val="0"/>
              </a:spcAft>
              <a:buClr>
                <a:schemeClr val="dk1"/>
              </a:buClr>
              <a:buSzPts val="2800"/>
              <a:buChar char="›"/>
              <a:defRPr sz="2800"/>
            </a:lvl1pPr>
            <a:lvl2pPr indent="-381000" lvl="1" marL="914400" algn="l">
              <a:lnSpc>
                <a:spcPct val="90000"/>
              </a:lnSpc>
              <a:spcBef>
                <a:spcPts val="600"/>
              </a:spcBef>
              <a:spcAft>
                <a:spcPts val="0"/>
              </a:spcAft>
              <a:buClr>
                <a:schemeClr val="dk1"/>
              </a:buClr>
              <a:buSzPts val="2400"/>
              <a:buChar char="–"/>
              <a:defRPr sz="2400"/>
            </a:lvl2pPr>
            <a:lvl3pPr indent="-355600" lvl="2" marL="1371600" algn="l">
              <a:lnSpc>
                <a:spcPct val="90000"/>
              </a:lnSpc>
              <a:spcBef>
                <a:spcPts val="600"/>
              </a:spcBef>
              <a:spcAft>
                <a:spcPts val="0"/>
              </a:spcAft>
              <a:buClr>
                <a:schemeClr val="dk1"/>
              </a:buClr>
              <a:buSzPts val="2000"/>
              <a:buChar char="›"/>
              <a:defRPr sz="2000"/>
            </a:lvl3pPr>
            <a:lvl4pPr indent="-342900" lvl="3" marL="1828800" algn="l">
              <a:lnSpc>
                <a:spcPct val="90000"/>
              </a:lnSpc>
              <a:spcBef>
                <a:spcPts val="600"/>
              </a:spcBef>
              <a:spcAft>
                <a:spcPts val="0"/>
              </a:spcAft>
              <a:buClr>
                <a:schemeClr val="dk1"/>
              </a:buClr>
              <a:buSzPts val="1800"/>
              <a:buChar char="–"/>
              <a:defRPr sz="1800"/>
            </a:lvl4pPr>
            <a:lvl5pPr indent="-342900" lvl="4" marL="2286000" algn="l">
              <a:lnSpc>
                <a:spcPct val="90000"/>
              </a:lnSpc>
              <a:spcBef>
                <a:spcPts val="600"/>
              </a:spcBef>
              <a:spcAft>
                <a:spcPts val="0"/>
              </a:spcAft>
              <a:buClr>
                <a:schemeClr val="dk1"/>
              </a:buClr>
              <a:buSzPts val="1800"/>
              <a:buChar char="›"/>
              <a:defRPr sz="1800"/>
            </a:lvl5pPr>
            <a:lvl6pPr indent="-342900" lvl="5" marL="2743200" algn="l">
              <a:lnSpc>
                <a:spcPct val="90000"/>
              </a:lnSpc>
              <a:spcBef>
                <a:spcPts val="600"/>
              </a:spcBef>
              <a:spcAft>
                <a:spcPts val="0"/>
              </a:spcAft>
              <a:buClr>
                <a:schemeClr val="dk1"/>
              </a:buClr>
              <a:buSzPts val="1800"/>
              <a:buChar char="–"/>
              <a:defRPr sz="1800"/>
            </a:lvl6pPr>
            <a:lvl7pPr indent="-342900" lvl="6" marL="3200400" algn="l">
              <a:lnSpc>
                <a:spcPct val="90000"/>
              </a:lnSpc>
              <a:spcBef>
                <a:spcPts val="600"/>
              </a:spcBef>
              <a:spcAft>
                <a:spcPts val="0"/>
              </a:spcAft>
              <a:buClr>
                <a:schemeClr val="dk1"/>
              </a:buClr>
              <a:buSzPts val="1800"/>
              <a:buChar char="›"/>
              <a:defRPr sz="1800"/>
            </a:lvl7pPr>
            <a:lvl8pPr indent="-342900" lvl="7" marL="3657600" algn="l">
              <a:lnSpc>
                <a:spcPct val="90000"/>
              </a:lnSpc>
              <a:spcBef>
                <a:spcPts val="600"/>
              </a:spcBef>
              <a:spcAft>
                <a:spcPts val="0"/>
              </a:spcAft>
              <a:buClr>
                <a:schemeClr val="dk1"/>
              </a:buClr>
              <a:buSzPts val="1800"/>
              <a:buChar char="–"/>
              <a:defRPr sz="1800"/>
            </a:lvl8pPr>
            <a:lvl9pPr indent="-342900" lvl="8" marL="4114800" algn="l">
              <a:lnSpc>
                <a:spcPct val="90000"/>
              </a:lnSpc>
              <a:spcBef>
                <a:spcPts val="600"/>
              </a:spcBef>
              <a:spcAft>
                <a:spcPts val="0"/>
              </a:spcAft>
              <a:buClr>
                <a:schemeClr val="dk1"/>
              </a:buClr>
              <a:buSzPts val="1800"/>
              <a:buChar char="›"/>
              <a:defRPr sz="1800"/>
            </a:lvl9pPr>
          </a:lstStyle>
          <a:p/>
        </p:txBody>
      </p:sp>
      <p:sp>
        <p:nvSpPr>
          <p:cNvPr id="48" name="Google Shape;48;p77"/>
          <p:cNvSpPr txBox="1"/>
          <p:nvPr>
            <p:ph idx="2" type="body"/>
          </p:nvPr>
        </p:nvSpPr>
        <p:spPr>
          <a:xfrm>
            <a:off x="6561651" y="1600200"/>
            <a:ext cx="4814586" cy="45720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400"/>
              </a:spcBef>
              <a:spcAft>
                <a:spcPts val="0"/>
              </a:spcAft>
              <a:buClr>
                <a:schemeClr val="dk1"/>
              </a:buClr>
              <a:buSzPts val="2800"/>
              <a:buChar char="›"/>
              <a:defRPr sz="2800"/>
            </a:lvl1pPr>
            <a:lvl2pPr indent="-381000" lvl="1" marL="914400" algn="l">
              <a:lnSpc>
                <a:spcPct val="90000"/>
              </a:lnSpc>
              <a:spcBef>
                <a:spcPts val="600"/>
              </a:spcBef>
              <a:spcAft>
                <a:spcPts val="0"/>
              </a:spcAft>
              <a:buClr>
                <a:schemeClr val="dk1"/>
              </a:buClr>
              <a:buSzPts val="2400"/>
              <a:buChar char="–"/>
              <a:defRPr sz="2400"/>
            </a:lvl2pPr>
            <a:lvl3pPr indent="-355600" lvl="2" marL="1371600" algn="l">
              <a:lnSpc>
                <a:spcPct val="90000"/>
              </a:lnSpc>
              <a:spcBef>
                <a:spcPts val="600"/>
              </a:spcBef>
              <a:spcAft>
                <a:spcPts val="0"/>
              </a:spcAft>
              <a:buClr>
                <a:schemeClr val="dk1"/>
              </a:buClr>
              <a:buSzPts val="2000"/>
              <a:buChar char="›"/>
              <a:defRPr sz="2000"/>
            </a:lvl3pPr>
            <a:lvl4pPr indent="-342900" lvl="3" marL="1828800" algn="l">
              <a:lnSpc>
                <a:spcPct val="90000"/>
              </a:lnSpc>
              <a:spcBef>
                <a:spcPts val="600"/>
              </a:spcBef>
              <a:spcAft>
                <a:spcPts val="0"/>
              </a:spcAft>
              <a:buClr>
                <a:schemeClr val="dk1"/>
              </a:buClr>
              <a:buSzPts val="1800"/>
              <a:buChar char="–"/>
              <a:defRPr sz="1800"/>
            </a:lvl4pPr>
            <a:lvl5pPr indent="-342900" lvl="4" marL="2286000" algn="l">
              <a:lnSpc>
                <a:spcPct val="90000"/>
              </a:lnSpc>
              <a:spcBef>
                <a:spcPts val="600"/>
              </a:spcBef>
              <a:spcAft>
                <a:spcPts val="0"/>
              </a:spcAft>
              <a:buClr>
                <a:schemeClr val="dk1"/>
              </a:buClr>
              <a:buSzPts val="1800"/>
              <a:buChar char="›"/>
              <a:defRPr sz="1800"/>
            </a:lvl5pPr>
            <a:lvl6pPr indent="-342900" lvl="5" marL="2743200" algn="l">
              <a:lnSpc>
                <a:spcPct val="90000"/>
              </a:lnSpc>
              <a:spcBef>
                <a:spcPts val="600"/>
              </a:spcBef>
              <a:spcAft>
                <a:spcPts val="0"/>
              </a:spcAft>
              <a:buClr>
                <a:schemeClr val="dk1"/>
              </a:buClr>
              <a:buSzPts val="1800"/>
              <a:buChar char="–"/>
              <a:defRPr sz="1800"/>
            </a:lvl6pPr>
            <a:lvl7pPr indent="-342900" lvl="6" marL="3200400" algn="l">
              <a:lnSpc>
                <a:spcPct val="90000"/>
              </a:lnSpc>
              <a:spcBef>
                <a:spcPts val="600"/>
              </a:spcBef>
              <a:spcAft>
                <a:spcPts val="0"/>
              </a:spcAft>
              <a:buClr>
                <a:schemeClr val="dk1"/>
              </a:buClr>
              <a:buSzPts val="1800"/>
              <a:buChar char="›"/>
              <a:defRPr sz="1800"/>
            </a:lvl7pPr>
            <a:lvl8pPr indent="-342900" lvl="7" marL="3657600" algn="l">
              <a:lnSpc>
                <a:spcPct val="90000"/>
              </a:lnSpc>
              <a:spcBef>
                <a:spcPts val="600"/>
              </a:spcBef>
              <a:spcAft>
                <a:spcPts val="0"/>
              </a:spcAft>
              <a:buClr>
                <a:schemeClr val="dk1"/>
              </a:buClr>
              <a:buSzPts val="1800"/>
              <a:buChar char="–"/>
              <a:defRPr sz="1800"/>
            </a:lvl8pPr>
            <a:lvl9pPr indent="-342900" lvl="8" marL="4114800" algn="l">
              <a:lnSpc>
                <a:spcPct val="90000"/>
              </a:lnSpc>
              <a:spcBef>
                <a:spcPts val="600"/>
              </a:spcBef>
              <a:spcAft>
                <a:spcPts val="0"/>
              </a:spcAft>
              <a:buClr>
                <a:schemeClr val="dk1"/>
              </a:buClr>
              <a:buSzPts val="1800"/>
              <a:buChar char="›"/>
              <a:defRPr sz="1800"/>
            </a:lvl9pPr>
          </a:lstStyle>
          <a:p/>
        </p:txBody>
      </p:sp>
      <p:sp>
        <p:nvSpPr>
          <p:cNvPr id="49" name="Google Shape;49;p77"/>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7"/>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7"/>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2" name="Shape 52"/>
        <p:cNvGrpSpPr/>
        <p:nvPr/>
      </p:nvGrpSpPr>
      <p:grpSpPr>
        <a:xfrm>
          <a:off x="0" y="0"/>
          <a:ext cx="0" cy="0"/>
          <a:chOff x="0" y="0"/>
          <a:chExt cx="0" cy="0"/>
        </a:xfrm>
      </p:grpSpPr>
      <p:sp>
        <p:nvSpPr>
          <p:cNvPr id="53" name="Google Shape;53;p78"/>
          <p:cNvSpPr/>
          <p:nvPr/>
        </p:nvSpPr>
        <p:spPr>
          <a:xfrm>
            <a:off x="11579384" y="5638800"/>
            <a:ext cx="609441" cy="12192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 name="Google Shape;54;p78"/>
          <p:cNvSpPr/>
          <p:nvPr/>
        </p:nvSpPr>
        <p:spPr>
          <a:xfrm>
            <a:off x="11274663" y="5638800"/>
            <a:ext cx="304721" cy="12192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 name="Google Shape;55;p78"/>
          <p:cNvSpPr/>
          <p:nvPr/>
        </p:nvSpPr>
        <p:spPr>
          <a:xfrm>
            <a:off x="1216152" y="5638800"/>
            <a:ext cx="609441" cy="12192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 name="Google Shape;56;p78"/>
          <p:cNvSpPr/>
          <p:nvPr/>
        </p:nvSpPr>
        <p:spPr>
          <a:xfrm>
            <a:off x="0" y="5638800"/>
            <a:ext cx="12188825" cy="1219200"/>
          </a:xfrm>
          <a:prstGeom prst="rect">
            <a:avLst/>
          </a:prstGeom>
          <a:solidFill>
            <a:srgbClr val="6A8093">
              <a:alpha val="4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7" name="Google Shape;57;p78"/>
          <p:cNvCxnSpPr/>
          <p:nvPr/>
        </p:nvCxnSpPr>
        <p:spPr>
          <a:xfrm>
            <a:off x="11573293" y="5638800"/>
            <a:ext cx="0" cy="1219200"/>
          </a:xfrm>
          <a:prstGeom prst="straightConnector1">
            <a:avLst/>
          </a:prstGeom>
          <a:noFill/>
          <a:ln cap="flat" cmpd="sng" w="19050">
            <a:solidFill>
              <a:schemeClr val="lt1"/>
            </a:solidFill>
            <a:prstDash val="solid"/>
            <a:miter lim="800000"/>
            <a:headEnd len="sm" w="sm" type="none"/>
            <a:tailEnd len="sm" w="sm" type="none"/>
          </a:ln>
        </p:spPr>
      </p:cxnSp>
      <p:sp>
        <p:nvSpPr>
          <p:cNvPr id="58" name="Google Shape;58;p78"/>
          <p:cNvSpPr/>
          <p:nvPr/>
        </p:nvSpPr>
        <p:spPr>
          <a:xfrm>
            <a:off x="0" y="5643132"/>
            <a:ext cx="1216152" cy="1214868"/>
          </a:xfrm>
          <a:prstGeom prst="rect">
            <a:avLst/>
          </a:prstGeom>
          <a:solidFill>
            <a:srgbClr val="465562">
              <a:alpha val="74901"/>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 name="Google Shape;59;p78"/>
          <p:cNvSpPr/>
          <p:nvPr/>
        </p:nvSpPr>
        <p:spPr>
          <a:xfrm>
            <a:off x="276462" y="6032500"/>
            <a:ext cx="593189" cy="519176"/>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0" name="Google Shape;60;p78"/>
          <p:cNvCxnSpPr/>
          <p:nvPr/>
        </p:nvCxnSpPr>
        <p:spPr>
          <a:xfrm>
            <a:off x="1216152" y="5638800"/>
            <a:ext cx="0" cy="1219200"/>
          </a:xfrm>
          <a:prstGeom prst="straightConnector1">
            <a:avLst/>
          </a:prstGeom>
          <a:noFill/>
          <a:ln cap="flat" cmpd="sng" w="19050">
            <a:solidFill>
              <a:schemeClr val="lt1"/>
            </a:solidFill>
            <a:prstDash val="solid"/>
            <a:miter lim="800000"/>
            <a:headEnd len="sm" w="sm" type="none"/>
            <a:tailEnd len="sm" w="sm" type="none"/>
          </a:ln>
        </p:spPr>
      </p:cxnSp>
      <p:sp>
        <p:nvSpPr>
          <p:cNvPr id="61" name="Google Shape;61;p78"/>
          <p:cNvSpPr/>
          <p:nvPr/>
        </p:nvSpPr>
        <p:spPr>
          <a:xfrm>
            <a:off x="11579384" y="0"/>
            <a:ext cx="609441" cy="6096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 name="Google Shape;62;p78"/>
          <p:cNvSpPr/>
          <p:nvPr/>
        </p:nvSpPr>
        <p:spPr>
          <a:xfrm>
            <a:off x="11274663" y="0"/>
            <a:ext cx="304721" cy="6096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 name="Google Shape;63;p78"/>
          <p:cNvSpPr/>
          <p:nvPr/>
        </p:nvSpPr>
        <p:spPr>
          <a:xfrm>
            <a:off x="1218883" y="0"/>
            <a:ext cx="609441" cy="6096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 name="Google Shape;64;p78"/>
          <p:cNvSpPr/>
          <p:nvPr/>
        </p:nvSpPr>
        <p:spPr>
          <a:xfrm>
            <a:off x="-2" y="0"/>
            <a:ext cx="1218883" cy="6096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 name="Google Shape;65;p78"/>
          <p:cNvSpPr/>
          <p:nvPr/>
        </p:nvSpPr>
        <p:spPr>
          <a:xfrm>
            <a:off x="0" y="0"/>
            <a:ext cx="12188825" cy="609600"/>
          </a:xfrm>
          <a:prstGeom prst="rect">
            <a:avLst/>
          </a:prstGeom>
          <a:solidFill>
            <a:srgbClr val="6A8093">
              <a:alpha val="4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6" name="Google Shape;66;p78"/>
          <p:cNvCxnSpPr/>
          <p:nvPr/>
        </p:nvCxnSpPr>
        <p:spPr>
          <a:xfrm>
            <a:off x="11573293" y="0"/>
            <a:ext cx="0" cy="609600"/>
          </a:xfrm>
          <a:prstGeom prst="straightConnector1">
            <a:avLst/>
          </a:prstGeom>
          <a:noFill/>
          <a:ln cap="flat" cmpd="sng" w="19050">
            <a:solidFill>
              <a:schemeClr val="lt1"/>
            </a:solidFill>
            <a:prstDash val="solid"/>
            <a:miter lim="800000"/>
            <a:headEnd len="sm" w="sm" type="none"/>
            <a:tailEnd len="sm" w="sm" type="none"/>
          </a:ln>
        </p:spPr>
      </p:cxnSp>
      <p:sp>
        <p:nvSpPr>
          <p:cNvPr id="67" name="Google Shape;67;p78"/>
          <p:cNvSpPr/>
          <p:nvPr/>
        </p:nvSpPr>
        <p:spPr>
          <a:xfrm>
            <a:off x="0" y="0"/>
            <a:ext cx="1216152" cy="609600"/>
          </a:xfrm>
          <a:prstGeom prst="rect">
            <a:avLst/>
          </a:prstGeom>
          <a:solidFill>
            <a:srgbClr val="465562">
              <a:alpha val="74901"/>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8" name="Google Shape;68;p78"/>
          <p:cNvCxnSpPr/>
          <p:nvPr/>
        </p:nvCxnSpPr>
        <p:spPr>
          <a:xfrm>
            <a:off x="1218884" y="0"/>
            <a:ext cx="0" cy="609600"/>
          </a:xfrm>
          <a:prstGeom prst="straightConnector1">
            <a:avLst/>
          </a:prstGeom>
          <a:noFill/>
          <a:ln cap="flat" cmpd="sng" w="19050">
            <a:solidFill>
              <a:schemeClr val="lt1"/>
            </a:solidFill>
            <a:prstDash val="solid"/>
            <a:miter lim="800000"/>
            <a:headEnd len="sm" w="sm" type="none"/>
            <a:tailEnd len="sm" w="sm" type="none"/>
          </a:ln>
        </p:spPr>
      </p:cxnSp>
      <p:sp>
        <p:nvSpPr>
          <p:cNvPr id="69" name="Google Shape;69;p78"/>
          <p:cNvSpPr txBox="1"/>
          <p:nvPr>
            <p:ph type="title"/>
          </p:nvPr>
        </p:nvSpPr>
        <p:spPr>
          <a:xfrm>
            <a:off x="1598613" y="1600201"/>
            <a:ext cx="8283272" cy="265406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5400"/>
              <a:buFont typeface="Arial"/>
              <a:buNone/>
              <a:defRPr b="0"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78"/>
          <p:cNvSpPr txBox="1"/>
          <p:nvPr>
            <p:ph idx="1" type="body"/>
          </p:nvPr>
        </p:nvSpPr>
        <p:spPr>
          <a:xfrm>
            <a:off x="1598613" y="4259996"/>
            <a:ext cx="7264623" cy="115020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dk1"/>
              </a:buClr>
              <a:buSzPts val="3200"/>
              <a:buNone/>
              <a:defRPr sz="3200">
                <a:solidFill>
                  <a:schemeClr val="dk1"/>
                </a:solidFill>
              </a:defRPr>
            </a:lvl1pPr>
            <a:lvl2pPr indent="-228600" lvl="1" marL="914400" algn="l">
              <a:lnSpc>
                <a:spcPct val="90000"/>
              </a:lnSpc>
              <a:spcBef>
                <a:spcPts val="600"/>
              </a:spcBef>
              <a:spcAft>
                <a:spcPts val="0"/>
              </a:spcAft>
              <a:buClr>
                <a:srgbClr val="92979C"/>
              </a:buClr>
              <a:buSzPts val="1800"/>
              <a:buNone/>
              <a:defRPr sz="1800">
                <a:solidFill>
                  <a:srgbClr val="92979C"/>
                </a:solidFill>
              </a:defRPr>
            </a:lvl2pPr>
            <a:lvl3pPr indent="-228600" lvl="2" marL="1371600" algn="l">
              <a:lnSpc>
                <a:spcPct val="90000"/>
              </a:lnSpc>
              <a:spcBef>
                <a:spcPts val="600"/>
              </a:spcBef>
              <a:spcAft>
                <a:spcPts val="0"/>
              </a:spcAft>
              <a:buClr>
                <a:srgbClr val="92979C"/>
              </a:buClr>
              <a:buSzPts val="1600"/>
              <a:buNone/>
              <a:defRPr sz="1600">
                <a:solidFill>
                  <a:srgbClr val="92979C"/>
                </a:solidFill>
              </a:defRPr>
            </a:lvl3pPr>
            <a:lvl4pPr indent="-228600" lvl="3" marL="1828800" algn="l">
              <a:lnSpc>
                <a:spcPct val="90000"/>
              </a:lnSpc>
              <a:spcBef>
                <a:spcPts val="600"/>
              </a:spcBef>
              <a:spcAft>
                <a:spcPts val="0"/>
              </a:spcAft>
              <a:buClr>
                <a:srgbClr val="92979C"/>
              </a:buClr>
              <a:buSzPts val="1400"/>
              <a:buNone/>
              <a:defRPr sz="1400">
                <a:solidFill>
                  <a:srgbClr val="92979C"/>
                </a:solidFill>
              </a:defRPr>
            </a:lvl4pPr>
            <a:lvl5pPr indent="-228600" lvl="4" marL="2286000" algn="l">
              <a:lnSpc>
                <a:spcPct val="90000"/>
              </a:lnSpc>
              <a:spcBef>
                <a:spcPts val="600"/>
              </a:spcBef>
              <a:spcAft>
                <a:spcPts val="0"/>
              </a:spcAft>
              <a:buClr>
                <a:srgbClr val="92979C"/>
              </a:buClr>
              <a:buSzPts val="1400"/>
              <a:buNone/>
              <a:defRPr sz="1400">
                <a:solidFill>
                  <a:srgbClr val="92979C"/>
                </a:solidFill>
              </a:defRPr>
            </a:lvl5pPr>
            <a:lvl6pPr indent="-228600" lvl="5" marL="2743200" algn="l">
              <a:lnSpc>
                <a:spcPct val="90000"/>
              </a:lnSpc>
              <a:spcBef>
                <a:spcPts val="600"/>
              </a:spcBef>
              <a:spcAft>
                <a:spcPts val="0"/>
              </a:spcAft>
              <a:buClr>
                <a:srgbClr val="92979C"/>
              </a:buClr>
              <a:buSzPts val="1400"/>
              <a:buNone/>
              <a:defRPr sz="1400">
                <a:solidFill>
                  <a:srgbClr val="92979C"/>
                </a:solidFill>
              </a:defRPr>
            </a:lvl6pPr>
            <a:lvl7pPr indent="-228600" lvl="6" marL="3200400" algn="l">
              <a:lnSpc>
                <a:spcPct val="90000"/>
              </a:lnSpc>
              <a:spcBef>
                <a:spcPts val="600"/>
              </a:spcBef>
              <a:spcAft>
                <a:spcPts val="0"/>
              </a:spcAft>
              <a:buClr>
                <a:srgbClr val="92979C"/>
              </a:buClr>
              <a:buSzPts val="1400"/>
              <a:buNone/>
              <a:defRPr sz="1400">
                <a:solidFill>
                  <a:srgbClr val="92979C"/>
                </a:solidFill>
              </a:defRPr>
            </a:lvl7pPr>
            <a:lvl8pPr indent="-228600" lvl="7" marL="3657600" algn="l">
              <a:lnSpc>
                <a:spcPct val="90000"/>
              </a:lnSpc>
              <a:spcBef>
                <a:spcPts val="600"/>
              </a:spcBef>
              <a:spcAft>
                <a:spcPts val="0"/>
              </a:spcAft>
              <a:buClr>
                <a:srgbClr val="92979C"/>
              </a:buClr>
              <a:buSzPts val="1400"/>
              <a:buNone/>
              <a:defRPr sz="1400">
                <a:solidFill>
                  <a:srgbClr val="92979C"/>
                </a:solidFill>
              </a:defRPr>
            </a:lvl8pPr>
            <a:lvl9pPr indent="-228600" lvl="8" marL="4114800" algn="l">
              <a:lnSpc>
                <a:spcPct val="90000"/>
              </a:lnSpc>
              <a:spcBef>
                <a:spcPts val="600"/>
              </a:spcBef>
              <a:spcAft>
                <a:spcPts val="0"/>
              </a:spcAft>
              <a:buClr>
                <a:srgbClr val="92979C"/>
              </a:buClr>
              <a:buSzPts val="1400"/>
              <a:buNone/>
              <a:defRPr sz="1400">
                <a:solidFill>
                  <a:srgbClr val="92979C"/>
                </a:solidFill>
              </a:defRPr>
            </a:lvl9pPr>
          </a:lstStyle>
          <a:p/>
        </p:txBody>
      </p:sp>
      <p:sp>
        <p:nvSpPr>
          <p:cNvPr id="71" name="Google Shape;71;p78"/>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78"/>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78"/>
          <p:cNvSpPr txBox="1"/>
          <p:nvPr>
            <p:ph idx="12" type="sldNum"/>
          </p:nvPr>
        </p:nvSpPr>
        <p:spPr>
          <a:xfrm>
            <a:off x="10666571"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dk2"/>
                </a:solidFill>
                <a:latin typeface="Arial"/>
                <a:ea typeface="Arial"/>
                <a:cs typeface="Arial"/>
                <a:sym typeface="Arial"/>
              </a:defRPr>
            </a:lvl1pPr>
            <a:lvl2pPr indent="0" lvl="1" marL="0" algn="r">
              <a:spcBef>
                <a:spcPts val="0"/>
              </a:spcBef>
              <a:buNone/>
              <a:defRPr sz="1200" cap="none">
                <a:solidFill>
                  <a:schemeClr val="dk2"/>
                </a:solidFill>
                <a:latin typeface="Arial"/>
                <a:ea typeface="Arial"/>
                <a:cs typeface="Arial"/>
                <a:sym typeface="Arial"/>
              </a:defRPr>
            </a:lvl2pPr>
            <a:lvl3pPr indent="0" lvl="2" marL="0" algn="r">
              <a:spcBef>
                <a:spcPts val="0"/>
              </a:spcBef>
              <a:buNone/>
              <a:defRPr sz="1200" cap="none">
                <a:solidFill>
                  <a:schemeClr val="dk2"/>
                </a:solidFill>
                <a:latin typeface="Arial"/>
                <a:ea typeface="Arial"/>
                <a:cs typeface="Arial"/>
                <a:sym typeface="Arial"/>
              </a:defRPr>
            </a:lvl3pPr>
            <a:lvl4pPr indent="0" lvl="3" marL="0" algn="r">
              <a:spcBef>
                <a:spcPts val="0"/>
              </a:spcBef>
              <a:buNone/>
              <a:defRPr sz="1200" cap="none">
                <a:solidFill>
                  <a:schemeClr val="dk2"/>
                </a:solidFill>
                <a:latin typeface="Arial"/>
                <a:ea typeface="Arial"/>
                <a:cs typeface="Arial"/>
                <a:sym typeface="Arial"/>
              </a:defRPr>
            </a:lvl4pPr>
            <a:lvl5pPr indent="0" lvl="4" marL="0" algn="r">
              <a:spcBef>
                <a:spcPts val="0"/>
              </a:spcBef>
              <a:buNone/>
              <a:defRPr sz="1200" cap="none">
                <a:solidFill>
                  <a:schemeClr val="dk2"/>
                </a:solidFill>
                <a:latin typeface="Arial"/>
                <a:ea typeface="Arial"/>
                <a:cs typeface="Arial"/>
                <a:sym typeface="Arial"/>
              </a:defRPr>
            </a:lvl5pPr>
            <a:lvl6pPr indent="0" lvl="5" marL="0" algn="r">
              <a:spcBef>
                <a:spcPts val="0"/>
              </a:spcBef>
              <a:buNone/>
              <a:defRPr sz="1200" cap="none">
                <a:solidFill>
                  <a:schemeClr val="dk2"/>
                </a:solidFill>
                <a:latin typeface="Arial"/>
                <a:ea typeface="Arial"/>
                <a:cs typeface="Arial"/>
                <a:sym typeface="Arial"/>
              </a:defRPr>
            </a:lvl6pPr>
            <a:lvl7pPr indent="0" lvl="6" marL="0" algn="r">
              <a:spcBef>
                <a:spcPts val="0"/>
              </a:spcBef>
              <a:buNone/>
              <a:defRPr sz="1200" cap="none">
                <a:solidFill>
                  <a:schemeClr val="dk2"/>
                </a:solidFill>
                <a:latin typeface="Arial"/>
                <a:ea typeface="Arial"/>
                <a:cs typeface="Arial"/>
                <a:sym typeface="Arial"/>
              </a:defRPr>
            </a:lvl7pPr>
            <a:lvl8pPr indent="0" lvl="7" marL="0" algn="r">
              <a:spcBef>
                <a:spcPts val="0"/>
              </a:spcBef>
              <a:buNone/>
              <a:defRPr sz="1200" cap="none">
                <a:solidFill>
                  <a:schemeClr val="dk2"/>
                </a:solidFill>
                <a:latin typeface="Arial"/>
                <a:ea typeface="Arial"/>
                <a:cs typeface="Arial"/>
                <a:sym typeface="Arial"/>
              </a:defRPr>
            </a:lvl8pPr>
            <a:lvl9pPr indent="0" lvl="8" marL="0" algn="r">
              <a:spcBef>
                <a:spcPts val="0"/>
              </a:spcBef>
              <a:buNone/>
              <a:defRPr sz="1200" cap="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7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79"/>
          <p:cNvSpPr txBox="1"/>
          <p:nvPr>
            <p:ph idx="1" type="body"/>
          </p:nvPr>
        </p:nvSpPr>
        <p:spPr>
          <a:xfrm>
            <a:off x="1593436" y="1499616"/>
            <a:ext cx="4818888" cy="93878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0"/>
              </a:spcBef>
              <a:spcAft>
                <a:spcPts val="0"/>
              </a:spcAft>
              <a:buClr>
                <a:schemeClr val="dk1"/>
              </a:buClr>
              <a:buSzPts val="2400"/>
              <a:buNone/>
              <a:defRPr b="0" sz="2400" cap="none"/>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600"/>
              </a:spcBef>
              <a:spcAft>
                <a:spcPts val="0"/>
              </a:spcAft>
              <a:buClr>
                <a:schemeClr val="dk1"/>
              </a:buClr>
              <a:buSzPts val="1600"/>
              <a:buNone/>
              <a:defRPr b="1" sz="1600"/>
            </a:lvl6pPr>
            <a:lvl7pPr indent="-228600" lvl="6" marL="3200400" algn="l">
              <a:lnSpc>
                <a:spcPct val="90000"/>
              </a:lnSpc>
              <a:spcBef>
                <a:spcPts val="600"/>
              </a:spcBef>
              <a:spcAft>
                <a:spcPts val="0"/>
              </a:spcAft>
              <a:buClr>
                <a:schemeClr val="dk1"/>
              </a:buClr>
              <a:buSzPts val="1600"/>
              <a:buNone/>
              <a:defRPr b="1" sz="1600"/>
            </a:lvl7pPr>
            <a:lvl8pPr indent="-228600" lvl="7" marL="3657600" algn="l">
              <a:lnSpc>
                <a:spcPct val="90000"/>
              </a:lnSpc>
              <a:spcBef>
                <a:spcPts val="600"/>
              </a:spcBef>
              <a:spcAft>
                <a:spcPts val="0"/>
              </a:spcAft>
              <a:buClr>
                <a:schemeClr val="dk1"/>
              </a:buClr>
              <a:buSzPts val="1600"/>
              <a:buNone/>
              <a:defRPr b="1" sz="1600"/>
            </a:lvl8pPr>
            <a:lvl9pPr indent="-228600" lvl="8" marL="4114800" algn="l">
              <a:lnSpc>
                <a:spcPct val="90000"/>
              </a:lnSpc>
              <a:spcBef>
                <a:spcPts val="600"/>
              </a:spcBef>
              <a:spcAft>
                <a:spcPts val="0"/>
              </a:spcAft>
              <a:buClr>
                <a:schemeClr val="dk1"/>
              </a:buClr>
              <a:buSzPts val="1600"/>
              <a:buNone/>
              <a:defRPr b="1" sz="1600"/>
            </a:lvl9pPr>
          </a:lstStyle>
          <a:p/>
        </p:txBody>
      </p:sp>
      <p:sp>
        <p:nvSpPr>
          <p:cNvPr id="77" name="Google Shape;77;p79"/>
          <p:cNvSpPr txBox="1"/>
          <p:nvPr>
            <p:ph idx="2" type="body"/>
          </p:nvPr>
        </p:nvSpPr>
        <p:spPr>
          <a:xfrm>
            <a:off x="1593436" y="2514706"/>
            <a:ext cx="4814586" cy="3657493"/>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400"/>
              </a:spcBef>
              <a:spcAft>
                <a:spcPts val="0"/>
              </a:spcAft>
              <a:buClr>
                <a:schemeClr val="dk1"/>
              </a:buClr>
              <a:buSzPts val="2400"/>
              <a:buChar char="›"/>
              <a:defRPr sz="2400"/>
            </a:lvl1pPr>
            <a:lvl2pPr indent="-355600" lvl="1" marL="914400" algn="l">
              <a:lnSpc>
                <a:spcPct val="90000"/>
              </a:lnSpc>
              <a:spcBef>
                <a:spcPts val="600"/>
              </a:spcBef>
              <a:spcAft>
                <a:spcPts val="0"/>
              </a:spcAft>
              <a:buClr>
                <a:schemeClr val="dk1"/>
              </a:buClr>
              <a:buSzPts val="2000"/>
              <a:buChar char="–"/>
              <a:defRPr sz="2000"/>
            </a:lvl2pPr>
            <a:lvl3pPr indent="-342900" lvl="2" marL="1371600" algn="l">
              <a:lnSpc>
                <a:spcPct val="90000"/>
              </a:lnSpc>
              <a:spcBef>
                <a:spcPts val="600"/>
              </a:spcBef>
              <a:spcAft>
                <a:spcPts val="0"/>
              </a:spcAft>
              <a:buClr>
                <a:schemeClr val="dk1"/>
              </a:buClr>
              <a:buSzPts val="1800"/>
              <a:buChar char="›"/>
              <a:defRPr sz="1800"/>
            </a:lvl3pPr>
            <a:lvl4pPr indent="-330200" lvl="3" marL="1828800" algn="l">
              <a:lnSpc>
                <a:spcPct val="90000"/>
              </a:lnSpc>
              <a:spcBef>
                <a:spcPts val="600"/>
              </a:spcBef>
              <a:spcAft>
                <a:spcPts val="0"/>
              </a:spcAft>
              <a:buClr>
                <a:schemeClr val="dk1"/>
              </a:buClr>
              <a:buSzPts val="1600"/>
              <a:buChar char="–"/>
              <a:defRPr sz="1600"/>
            </a:lvl4pPr>
            <a:lvl5pPr indent="-330200" lvl="4" marL="2286000" algn="l">
              <a:lnSpc>
                <a:spcPct val="90000"/>
              </a:lnSpc>
              <a:spcBef>
                <a:spcPts val="600"/>
              </a:spcBef>
              <a:spcAft>
                <a:spcPts val="0"/>
              </a:spcAft>
              <a:buClr>
                <a:schemeClr val="dk1"/>
              </a:buClr>
              <a:buSzPts val="1600"/>
              <a:buChar char="›"/>
              <a:defRPr sz="1600"/>
            </a:lvl5pPr>
            <a:lvl6pPr indent="-330200" lvl="5" marL="2743200" algn="l">
              <a:lnSpc>
                <a:spcPct val="90000"/>
              </a:lnSpc>
              <a:spcBef>
                <a:spcPts val="600"/>
              </a:spcBef>
              <a:spcAft>
                <a:spcPts val="0"/>
              </a:spcAft>
              <a:buClr>
                <a:schemeClr val="dk1"/>
              </a:buClr>
              <a:buSzPts val="1600"/>
              <a:buChar char="–"/>
              <a:defRPr sz="1600"/>
            </a:lvl6pPr>
            <a:lvl7pPr indent="-330200" lvl="6" marL="3200400" algn="l">
              <a:lnSpc>
                <a:spcPct val="90000"/>
              </a:lnSpc>
              <a:spcBef>
                <a:spcPts val="600"/>
              </a:spcBef>
              <a:spcAft>
                <a:spcPts val="0"/>
              </a:spcAft>
              <a:buClr>
                <a:schemeClr val="dk1"/>
              </a:buClr>
              <a:buSzPts val="1600"/>
              <a:buChar char="›"/>
              <a:defRPr sz="1600"/>
            </a:lvl7pPr>
            <a:lvl8pPr indent="-330200" lvl="7" marL="3657600" algn="l">
              <a:lnSpc>
                <a:spcPct val="90000"/>
              </a:lnSpc>
              <a:spcBef>
                <a:spcPts val="600"/>
              </a:spcBef>
              <a:spcAft>
                <a:spcPts val="0"/>
              </a:spcAft>
              <a:buClr>
                <a:schemeClr val="dk1"/>
              </a:buClr>
              <a:buSzPts val="1600"/>
              <a:buChar char="–"/>
              <a:defRPr sz="1600"/>
            </a:lvl8pPr>
            <a:lvl9pPr indent="-330200" lvl="8" marL="4114800" algn="l">
              <a:lnSpc>
                <a:spcPct val="90000"/>
              </a:lnSpc>
              <a:spcBef>
                <a:spcPts val="600"/>
              </a:spcBef>
              <a:spcAft>
                <a:spcPts val="0"/>
              </a:spcAft>
              <a:buClr>
                <a:schemeClr val="dk1"/>
              </a:buClr>
              <a:buSzPts val="1600"/>
              <a:buChar char="›"/>
              <a:defRPr sz="1600"/>
            </a:lvl9pPr>
          </a:lstStyle>
          <a:p/>
        </p:txBody>
      </p:sp>
      <p:sp>
        <p:nvSpPr>
          <p:cNvPr id="78" name="Google Shape;78;p79"/>
          <p:cNvSpPr txBox="1"/>
          <p:nvPr>
            <p:ph idx="3" type="body"/>
          </p:nvPr>
        </p:nvSpPr>
        <p:spPr>
          <a:xfrm>
            <a:off x="6557349" y="1499616"/>
            <a:ext cx="4818888" cy="93878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0"/>
              </a:spcBef>
              <a:spcAft>
                <a:spcPts val="0"/>
              </a:spcAft>
              <a:buClr>
                <a:schemeClr val="dk1"/>
              </a:buClr>
              <a:buSzPts val="2400"/>
              <a:buNone/>
              <a:defRPr b="0" sz="2400" cap="none"/>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600"/>
              </a:spcBef>
              <a:spcAft>
                <a:spcPts val="0"/>
              </a:spcAft>
              <a:buClr>
                <a:schemeClr val="dk1"/>
              </a:buClr>
              <a:buSzPts val="1600"/>
              <a:buNone/>
              <a:defRPr b="1" sz="1600"/>
            </a:lvl6pPr>
            <a:lvl7pPr indent="-228600" lvl="6" marL="3200400" algn="l">
              <a:lnSpc>
                <a:spcPct val="90000"/>
              </a:lnSpc>
              <a:spcBef>
                <a:spcPts val="600"/>
              </a:spcBef>
              <a:spcAft>
                <a:spcPts val="0"/>
              </a:spcAft>
              <a:buClr>
                <a:schemeClr val="dk1"/>
              </a:buClr>
              <a:buSzPts val="1600"/>
              <a:buNone/>
              <a:defRPr b="1" sz="1600"/>
            </a:lvl7pPr>
            <a:lvl8pPr indent="-228600" lvl="7" marL="3657600" algn="l">
              <a:lnSpc>
                <a:spcPct val="90000"/>
              </a:lnSpc>
              <a:spcBef>
                <a:spcPts val="600"/>
              </a:spcBef>
              <a:spcAft>
                <a:spcPts val="0"/>
              </a:spcAft>
              <a:buClr>
                <a:schemeClr val="dk1"/>
              </a:buClr>
              <a:buSzPts val="1600"/>
              <a:buNone/>
              <a:defRPr b="1" sz="1600"/>
            </a:lvl8pPr>
            <a:lvl9pPr indent="-228600" lvl="8" marL="4114800" algn="l">
              <a:lnSpc>
                <a:spcPct val="90000"/>
              </a:lnSpc>
              <a:spcBef>
                <a:spcPts val="600"/>
              </a:spcBef>
              <a:spcAft>
                <a:spcPts val="0"/>
              </a:spcAft>
              <a:buClr>
                <a:schemeClr val="dk1"/>
              </a:buClr>
              <a:buSzPts val="1600"/>
              <a:buNone/>
              <a:defRPr b="1" sz="1600"/>
            </a:lvl9pPr>
          </a:lstStyle>
          <a:p/>
        </p:txBody>
      </p:sp>
      <p:sp>
        <p:nvSpPr>
          <p:cNvPr id="79" name="Google Shape;79;p79"/>
          <p:cNvSpPr txBox="1"/>
          <p:nvPr>
            <p:ph idx="4" type="body"/>
          </p:nvPr>
        </p:nvSpPr>
        <p:spPr>
          <a:xfrm>
            <a:off x="6557349" y="2514600"/>
            <a:ext cx="4818888" cy="365556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400"/>
              </a:spcBef>
              <a:spcAft>
                <a:spcPts val="0"/>
              </a:spcAft>
              <a:buClr>
                <a:schemeClr val="dk1"/>
              </a:buClr>
              <a:buSzPts val="2400"/>
              <a:buChar char="›"/>
              <a:defRPr sz="2400"/>
            </a:lvl1pPr>
            <a:lvl2pPr indent="-355600" lvl="1" marL="914400" algn="l">
              <a:lnSpc>
                <a:spcPct val="90000"/>
              </a:lnSpc>
              <a:spcBef>
                <a:spcPts val="600"/>
              </a:spcBef>
              <a:spcAft>
                <a:spcPts val="0"/>
              </a:spcAft>
              <a:buClr>
                <a:schemeClr val="dk1"/>
              </a:buClr>
              <a:buSzPts val="2000"/>
              <a:buChar char="–"/>
              <a:defRPr sz="2000"/>
            </a:lvl2pPr>
            <a:lvl3pPr indent="-342900" lvl="2" marL="1371600" algn="l">
              <a:lnSpc>
                <a:spcPct val="90000"/>
              </a:lnSpc>
              <a:spcBef>
                <a:spcPts val="600"/>
              </a:spcBef>
              <a:spcAft>
                <a:spcPts val="0"/>
              </a:spcAft>
              <a:buClr>
                <a:schemeClr val="dk1"/>
              </a:buClr>
              <a:buSzPts val="1800"/>
              <a:buChar char="›"/>
              <a:defRPr sz="1800"/>
            </a:lvl3pPr>
            <a:lvl4pPr indent="-330200" lvl="3" marL="1828800" algn="l">
              <a:lnSpc>
                <a:spcPct val="90000"/>
              </a:lnSpc>
              <a:spcBef>
                <a:spcPts val="600"/>
              </a:spcBef>
              <a:spcAft>
                <a:spcPts val="0"/>
              </a:spcAft>
              <a:buClr>
                <a:schemeClr val="dk1"/>
              </a:buClr>
              <a:buSzPts val="1600"/>
              <a:buChar char="–"/>
              <a:defRPr sz="1600"/>
            </a:lvl4pPr>
            <a:lvl5pPr indent="-330200" lvl="4" marL="2286000" algn="l">
              <a:lnSpc>
                <a:spcPct val="90000"/>
              </a:lnSpc>
              <a:spcBef>
                <a:spcPts val="600"/>
              </a:spcBef>
              <a:spcAft>
                <a:spcPts val="0"/>
              </a:spcAft>
              <a:buClr>
                <a:schemeClr val="dk1"/>
              </a:buClr>
              <a:buSzPts val="1600"/>
              <a:buChar char="›"/>
              <a:defRPr sz="1600"/>
            </a:lvl5pPr>
            <a:lvl6pPr indent="-330200" lvl="5" marL="2743200" algn="l">
              <a:lnSpc>
                <a:spcPct val="90000"/>
              </a:lnSpc>
              <a:spcBef>
                <a:spcPts val="600"/>
              </a:spcBef>
              <a:spcAft>
                <a:spcPts val="0"/>
              </a:spcAft>
              <a:buClr>
                <a:schemeClr val="dk1"/>
              </a:buClr>
              <a:buSzPts val="1600"/>
              <a:buChar char="–"/>
              <a:defRPr sz="1600"/>
            </a:lvl6pPr>
            <a:lvl7pPr indent="-330200" lvl="6" marL="3200400" algn="l">
              <a:lnSpc>
                <a:spcPct val="90000"/>
              </a:lnSpc>
              <a:spcBef>
                <a:spcPts val="600"/>
              </a:spcBef>
              <a:spcAft>
                <a:spcPts val="0"/>
              </a:spcAft>
              <a:buClr>
                <a:schemeClr val="dk1"/>
              </a:buClr>
              <a:buSzPts val="1600"/>
              <a:buChar char="›"/>
              <a:defRPr sz="1600"/>
            </a:lvl7pPr>
            <a:lvl8pPr indent="-330200" lvl="7" marL="3657600" algn="l">
              <a:lnSpc>
                <a:spcPct val="90000"/>
              </a:lnSpc>
              <a:spcBef>
                <a:spcPts val="600"/>
              </a:spcBef>
              <a:spcAft>
                <a:spcPts val="0"/>
              </a:spcAft>
              <a:buClr>
                <a:schemeClr val="dk1"/>
              </a:buClr>
              <a:buSzPts val="1600"/>
              <a:buChar char="–"/>
              <a:defRPr sz="1600"/>
            </a:lvl8pPr>
            <a:lvl9pPr indent="-330200" lvl="8" marL="4114800" algn="l">
              <a:lnSpc>
                <a:spcPct val="90000"/>
              </a:lnSpc>
              <a:spcBef>
                <a:spcPts val="600"/>
              </a:spcBef>
              <a:spcAft>
                <a:spcPts val="0"/>
              </a:spcAft>
              <a:buClr>
                <a:schemeClr val="dk1"/>
              </a:buClr>
              <a:buSzPts val="1600"/>
              <a:buChar char="›"/>
              <a:defRPr sz="1600"/>
            </a:lvl9pPr>
          </a:lstStyle>
          <a:p/>
        </p:txBody>
      </p:sp>
      <p:sp>
        <p:nvSpPr>
          <p:cNvPr id="80" name="Google Shape;80;p79"/>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79"/>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9"/>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8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80"/>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80"/>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80"/>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8" name="Shape 88"/>
        <p:cNvGrpSpPr/>
        <p:nvPr/>
      </p:nvGrpSpPr>
      <p:grpSpPr>
        <a:xfrm>
          <a:off x="0" y="0"/>
          <a:ext cx="0" cy="0"/>
          <a:chOff x="0" y="0"/>
          <a:chExt cx="0" cy="0"/>
        </a:xfrm>
      </p:grpSpPr>
      <p:sp>
        <p:nvSpPr>
          <p:cNvPr id="89" name="Google Shape;89;p81"/>
          <p:cNvSpPr/>
          <p:nvPr/>
        </p:nvSpPr>
        <p:spPr>
          <a:xfrm>
            <a:off x="626239" y="0"/>
            <a:ext cx="30472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 name="Google Shape;90;p81"/>
          <p:cNvSpPr/>
          <p:nvPr/>
        </p:nvSpPr>
        <p:spPr>
          <a:xfrm>
            <a:off x="0" y="0"/>
            <a:ext cx="609441" cy="6858000"/>
          </a:xfrm>
          <a:prstGeom prst="rect">
            <a:avLst/>
          </a:prstGeom>
          <a:solidFill>
            <a:srgbClr val="6A8093">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1" name="Google Shape;91;p81"/>
          <p:cNvCxnSpPr/>
          <p:nvPr/>
        </p:nvCxnSpPr>
        <p:spPr>
          <a:xfrm>
            <a:off x="617143"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92" name="Google Shape;92;p81"/>
          <p:cNvSpPr/>
          <p:nvPr/>
        </p:nvSpPr>
        <p:spPr>
          <a:xfrm>
            <a:off x="10969942" y="0"/>
            <a:ext cx="922621" cy="6858000"/>
          </a:xfrm>
          <a:prstGeom prst="rect">
            <a:avLst/>
          </a:prstGeom>
          <a:solidFill>
            <a:srgbClr val="6A8093">
              <a:alpha val="86666"/>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 name="Google Shape;93;p81"/>
          <p:cNvSpPr/>
          <p:nvPr/>
        </p:nvSpPr>
        <p:spPr>
          <a:xfrm>
            <a:off x="11892563" y="0"/>
            <a:ext cx="304721" cy="6858000"/>
          </a:xfrm>
          <a:prstGeom prst="rect">
            <a:avLst/>
          </a:prstGeom>
          <a:solidFill>
            <a:srgbClr val="465562">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 name="Google Shape;94;p81"/>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81"/>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1"/>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lt1"/>
                </a:solidFill>
                <a:latin typeface="Arial"/>
                <a:ea typeface="Arial"/>
                <a:cs typeface="Arial"/>
                <a:sym typeface="Arial"/>
              </a:defRPr>
            </a:lvl1pPr>
            <a:lvl2pPr indent="0" lvl="1" marL="0" algn="r">
              <a:spcBef>
                <a:spcPts val="0"/>
              </a:spcBef>
              <a:buNone/>
              <a:defRPr sz="1200" cap="none">
                <a:solidFill>
                  <a:schemeClr val="lt1"/>
                </a:solidFill>
                <a:latin typeface="Arial"/>
                <a:ea typeface="Arial"/>
                <a:cs typeface="Arial"/>
                <a:sym typeface="Arial"/>
              </a:defRPr>
            </a:lvl2pPr>
            <a:lvl3pPr indent="0" lvl="2" marL="0" algn="r">
              <a:spcBef>
                <a:spcPts val="0"/>
              </a:spcBef>
              <a:buNone/>
              <a:defRPr sz="1200" cap="none">
                <a:solidFill>
                  <a:schemeClr val="lt1"/>
                </a:solidFill>
                <a:latin typeface="Arial"/>
                <a:ea typeface="Arial"/>
                <a:cs typeface="Arial"/>
                <a:sym typeface="Arial"/>
              </a:defRPr>
            </a:lvl3pPr>
            <a:lvl4pPr indent="0" lvl="3" marL="0" algn="r">
              <a:spcBef>
                <a:spcPts val="0"/>
              </a:spcBef>
              <a:buNone/>
              <a:defRPr sz="1200" cap="none">
                <a:solidFill>
                  <a:schemeClr val="lt1"/>
                </a:solidFill>
                <a:latin typeface="Arial"/>
                <a:ea typeface="Arial"/>
                <a:cs typeface="Arial"/>
                <a:sym typeface="Arial"/>
              </a:defRPr>
            </a:lvl4pPr>
            <a:lvl5pPr indent="0" lvl="4" marL="0" algn="r">
              <a:spcBef>
                <a:spcPts val="0"/>
              </a:spcBef>
              <a:buNone/>
              <a:defRPr sz="1200" cap="none">
                <a:solidFill>
                  <a:schemeClr val="lt1"/>
                </a:solidFill>
                <a:latin typeface="Arial"/>
                <a:ea typeface="Arial"/>
                <a:cs typeface="Arial"/>
                <a:sym typeface="Arial"/>
              </a:defRPr>
            </a:lvl5pPr>
            <a:lvl6pPr indent="0" lvl="5" marL="0" algn="r">
              <a:spcBef>
                <a:spcPts val="0"/>
              </a:spcBef>
              <a:buNone/>
              <a:defRPr sz="1200" cap="none">
                <a:solidFill>
                  <a:schemeClr val="lt1"/>
                </a:solidFill>
                <a:latin typeface="Arial"/>
                <a:ea typeface="Arial"/>
                <a:cs typeface="Arial"/>
                <a:sym typeface="Arial"/>
              </a:defRPr>
            </a:lvl6pPr>
            <a:lvl7pPr indent="0" lvl="6" marL="0" algn="r">
              <a:spcBef>
                <a:spcPts val="0"/>
              </a:spcBef>
              <a:buNone/>
              <a:defRPr sz="1200" cap="none">
                <a:solidFill>
                  <a:schemeClr val="lt1"/>
                </a:solidFill>
                <a:latin typeface="Arial"/>
                <a:ea typeface="Arial"/>
                <a:cs typeface="Arial"/>
                <a:sym typeface="Arial"/>
              </a:defRPr>
            </a:lvl7pPr>
            <a:lvl8pPr indent="0" lvl="7" marL="0" algn="r">
              <a:spcBef>
                <a:spcPts val="0"/>
              </a:spcBef>
              <a:buNone/>
              <a:defRPr sz="1200" cap="none">
                <a:solidFill>
                  <a:schemeClr val="lt1"/>
                </a:solidFill>
                <a:latin typeface="Arial"/>
                <a:ea typeface="Arial"/>
                <a:cs typeface="Arial"/>
                <a:sym typeface="Arial"/>
              </a:defRPr>
            </a:lvl8pPr>
            <a:lvl9pPr indent="0" lvl="8" marL="0" algn="r">
              <a:spcBef>
                <a:spcPts val="0"/>
              </a:spcBef>
              <a:buNone/>
              <a:defRPr sz="1200" cap="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97" name="Shape 97"/>
        <p:cNvGrpSpPr/>
        <p:nvPr/>
      </p:nvGrpSpPr>
      <p:grpSpPr>
        <a:xfrm>
          <a:off x="0" y="0"/>
          <a:ext cx="0" cy="0"/>
          <a:chOff x="0" y="0"/>
          <a:chExt cx="0" cy="0"/>
        </a:xfrm>
      </p:grpSpPr>
      <p:sp>
        <p:nvSpPr>
          <p:cNvPr id="98" name="Google Shape;98;p82"/>
          <p:cNvSpPr/>
          <p:nvPr/>
        </p:nvSpPr>
        <p:spPr>
          <a:xfrm>
            <a:off x="621792" y="0"/>
            <a:ext cx="4147717" cy="6858000"/>
          </a:xfrm>
          <a:prstGeom prst="rect">
            <a:avLst/>
          </a:prstGeom>
          <a:solidFill>
            <a:srgbClr val="465562"/>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 name="Google Shape;99;p82"/>
          <p:cNvSpPr/>
          <p:nvPr/>
        </p:nvSpPr>
        <p:spPr>
          <a:xfrm>
            <a:off x="0" y="0"/>
            <a:ext cx="609441" cy="6858000"/>
          </a:xfrm>
          <a:prstGeom prst="rect">
            <a:avLst/>
          </a:prstGeom>
          <a:solidFill>
            <a:srgbClr val="6A8093">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0" name="Google Shape;100;p82"/>
          <p:cNvCxnSpPr/>
          <p:nvPr/>
        </p:nvCxnSpPr>
        <p:spPr>
          <a:xfrm>
            <a:off x="621792"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101" name="Google Shape;101;p82"/>
          <p:cNvSpPr/>
          <p:nvPr/>
        </p:nvSpPr>
        <p:spPr>
          <a:xfrm>
            <a:off x="11884104" y="0"/>
            <a:ext cx="304721" cy="6858000"/>
          </a:xfrm>
          <a:prstGeom prst="rect">
            <a:avLst/>
          </a:prstGeom>
          <a:solidFill>
            <a:srgbClr val="465562"/>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 name="Google Shape;102;p82"/>
          <p:cNvSpPr txBox="1"/>
          <p:nvPr>
            <p:ph type="title"/>
          </p:nvPr>
        </p:nvSpPr>
        <p:spPr>
          <a:xfrm>
            <a:off x="1074240" y="381000"/>
            <a:ext cx="3293422"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Arial"/>
              <a:buNone/>
              <a:defRPr b="0" sz="2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82"/>
          <p:cNvSpPr txBox="1"/>
          <p:nvPr>
            <p:ph idx="1" type="body"/>
          </p:nvPr>
        </p:nvSpPr>
        <p:spPr>
          <a:xfrm>
            <a:off x="5180251" y="482600"/>
            <a:ext cx="6195986" cy="56896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400"/>
              </a:spcBef>
              <a:spcAft>
                <a:spcPts val="0"/>
              </a:spcAft>
              <a:buClr>
                <a:schemeClr val="dk1"/>
              </a:buClr>
              <a:buSzPts val="2800"/>
              <a:buChar char="›"/>
              <a:defRPr sz="2800"/>
            </a:lvl1pPr>
            <a:lvl2pPr indent="-381000" lvl="1" marL="914400" algn="l">
              <a:lnSpc>
                <a:spcPct val="90000"/>
              </a:lnSpc>
              <a:spcBef>
                <a:spcPts val="600"/>
              </a:spcBef>
              <a:spcAft>
                <a:spcPts val="0"/>
              </a:spcAft>
              <a:buClr>
                <a:schemeClr val="dk1"/>
              </a:buClr>
              <a:buSzPts val="2400"/>
              <a:buChar char="–"/>
              <a:defRPr sz="2400"/>
            </a:lvl2pPr>
            <a:lvl3pPr indent="-355600" lvl="2" marL="1371600" algn="l">
              <a:lnSpc>
                <a:spcPct val="90000"/>
              </a:lnSpc>
              <a:spcBef>
                <a:spcPts val="600"/>
              </a:spcBef>
              <a:spcAft>
                <a:spcPts val="0"/>
              </a:spcAft>
              <a:buClr>
                <a:schemeClr val="dk1"/>
              </a:buClr>
              <a:buSzPts val="2000"/>
              <a:buChar char="›"/>
              <a:defRPr sz="2000"/>
            </a:lvl3pPr>
            <a:lvl4pPr indent="-342900" lvl="3" marL="1828800" algn="l">
              <a:lnSpc>
                <a:spcPct val="90000"/>
              </a:lnSpc>
              <a:spcBef>
                <a:spcPts val="600"/>
              </a:spcBef>
              <a:spcAft>
                <a:spcPts val="0"/>
              </a:spcAft>
              <a:buClr>
                <a:schemeClr val="dk1"/>
              </a:buClr>
              <a:buSzPts val="1800"/>
              <a:buChar char="–"/>
              <a:defRPr sz="1800"/>
            </a:lvl4pPr>
            <a:lvl5pPr indent="-342900" lvl="4" marL="2286000" algn="l">
              <a:lnSpc>
                <a:spcPct val="90000"/>
              </a:lnSpc>
              <a:spcBef>
                <a:spcPts val="600"/>
              </a:spcBef>
              <a:spcAft>
                <a:spcPts val="0"/>
              </a:spcAft>
              <a:buClr>
                <a:schemeClr val="dk1"/>
              </a:buClr>
              <a:buSzPts val="1800"/>
              <a:buChar char="›"/>
              <a:defRPr sz="1800"/>
            </a:lvl5pPr>
            <a:lvl6pPr indent="-342900" lvl="5" marL="2743200" algn="l">
              <a:lnSpc>
                <a:spcPct val="90000"/>
              </a:lnSpc>
              <a:spcBef>
                <a:spcPts val="600"/>
              </a:spcBef>
              <a:spcAft>
                <a:spcPts val="0"/>
              </a:spcAft>
              <a:buClr>
                <a:schemeClr val="dk1"/>
              </a:buClr>
              <a:buSzPts val="1800"/>
              <a:buChar char="–"/>
              <a:defRPr sz="1800"/>
            </a:lvl6pPr>
            <a:lvl7pPr indent="-342900" lvl="6" marL="3200400" algn="l">
              <a:lnSpc>
                <a:spcPct val="90000"/>
              </a:lnSpc>
              <a:spcBef>
                <a:spcPts val="600"/>
              </a:spcBef>
              <a:spcAft>
                <a:spcPts val="0"/>
              </a:spcAft>
              <a:buClr>
                <a:schemeClr val="dk1"/>
              </a:buClr>
              <a:buSzPts val="1800"/>
              <a:buChar char="›"/>
              <a:defRPr sz="1800"/>
            </a:lvl7pPr>
            <a:lvl8pPr indent="-342900" lvl="7" marL="3657600" algn="l">
              <a:lnSpc>
                <a:spcPct val="90000"/>
              </a:lnSpc>
              <a:spcBef>
                <a:spcPts val="600"/>
              </a:spcBef>
              <a:spcAft>
                <a:spcPts val="0"/>
              </a:spcAft>
              <a:buClr>
                <a:schemeClr val="dk1"/>
              </a:buClr>
              <a:buSzPts val="1800"/>
              <a:buChar char="–"/>
              <a:defRPr sz="1800"/>
            </a:lvl8pPr>
            <a:lvl9pPr indent="-342900" lvl="8" marL="4114800" algn="l">
              <a:lnSpc>
                <a:spcPct val="90000"/>
              </a:lnSpc>
              <a:spcBef>
                <a:spcPts val="600"/>
              </a:spcBef>
              <a:spcAft>
                <a:spcPts val="0"/>
              </a:spcAft>
              <a:buClr>
                <a:schemeClr val="dk1"/>
              </a:buClr>
              <a:buSzPts val="1800"/>
              <a:buChar char="›"/>
              <a:defRPr sz="1800"/>
            </a:lvl9pPr>
          </a:lstStyle>
          <a:p/>
        </p:txBody>
      </p:sp>
      <p:sp>
        <p:nvSpPr>
          <p:cNvPr id="104" name="Google Shape;104;p82"/>
          <p:cNvSpPr txBox="1"/>
          <p:nvPr>
            <p:ph idx="2" type="body"/>
          </p:nvPr>
        </p:nvSpPr>
        <p:spPr>
          <a:xfrm>
            <a:off x="1074240" y="1828800"/>
            <a:ext cx="3293422" cy="4343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400"/>
              </a:spcBef>
              <a:spcAft>
                <a:spcPts val="0"/>
              </a:spcAft>
              <a:buClr>
                <a:schemeClr val="lt1"/>
              </a:buClr>
              <a:buSzPts val="2000"/>
              <a:buNone/>
              <a:defRPr sz="2000">
                <a:solidFill>
                  <a:schemeClr val="lt1"/>
                </a:solidFill>
              </a:defRPr>
            </a:lvl1pPr>
            <a:lvl2pPr indent="-228600" lvl="1" marL="914400" algn="l">
              <a:lnSpc>
                <a:spcPct val="90000"/>
              </a:lnSpc>
              <a:spcBef>
                <a:spcPts val="600"/>
              </a:spcBef>
              <a:spcAft>
                <a:spcPts val="0"/>
              </a:spcAft>
              <a:buClr>
                <a:schemeClr val="dk1"/>
              </a:buClr>
              <a:buSzPts val="1200"/>
              <a:buNone/>
              <a:defRPr sz="1200"/>
            </a:lvl2pPr>
            <a:lvl3pPr indent="-228600" lvl="2" marL="1371600" algn="l">
              <a:lnSpc>
                <a:spcPct val="90000"/>
              </a:lnSpc>
              <a:spcBef>
                <a:spcPts val="600"/>
              </a:spcBef>
              <a:spcAft>
                <a:spcPts val="0"/>
              </a:spcAft>
              <a:buClr>
                <a:schemeClr val="dk1"/>
              </a:buClr>
              <a:buSzPts val="1000"/>
              <a:buNone/>
              <a:defRPr sz="1000"/>
            </a:lvl3pPr>
            <a:lvl4pPr indent="-228600" lvl="3" marL="1828800" algn="l">
              <a:lnSpc>
                <a:spcPct val="90000"/>
              </a:lnSpc>
              <a:spcBef>
                <a:spcPts val="600"/>
              </a:spcBef>
              <a:spcAft>
                <a:spcPts val="0"/>
              </a:spcAft>
              <a:buClr>
                <a:schemeClr val="dk1"/>
              </a:buClr>
              <a:buSzPts val="900"/>
              <a:buNone/>
              <a:defRPr sz="900"/>
            </a:lvl4pPr>
            <a:lvl5pPr indent="-228600" lvl="4" marL="2286000" algn="l">
              <a:lnSpc>
                <a:spcPct val="90000"/>
              </a:lnSpc>
              <a:spcBef>
                <a:spcPts val="600"/>
              </a:spcBef>
              <a:spcAft>
                <a:spcPts val="0"/>
              </a:spcAft>
              <a:buClr>
                <a:schemeClr val="dk1"/>
              </a:buClr>
              <a:buSzPts val="900"/>
              <a:buNone/>
              <a:defRPr sz="900"/>
            </a:lvl5pPr>
            <a:lvl6pPr indent="-228600" lvl="5" marL="2743200" algn="l">
              <a:lnSpc>
                <a:spcPct val="90000"/>
              </a:lnSpc>
              <a:spcBef>
                <a:spcPts val="600"/>
              </a:spcBef>
              <a:spcAft>
                <a:spcPts val="0"/>
              </a:spcAft>
              <a:buClr>
                <a:schemeClr val="dk1"/>
              </a:buClr>
              <a:buSzPts val="900"/>
              <a:buNone/>
              <a:defRPr sz="900"/>
            </a:lvl6pPr>
            <a:lvl7pPr indent="-228600" lvl="6" marL="3200400" algn="l">
              <a:lnSpc>
                <a:spcPct val="90000"/>
              </a:lnSpc>
              <a:spcBef>
                <a:spcPts val="600"/>
              </a:spcBef>
              <a:spcAft>
                <a:spcPts val="0"/>
              </a:spcAft>
              <a:buClr>
                <a:schemeClr val="dk1"/>
              </a:buClr>
              <a:buSzPts val="900"/>
              <a:buNone/>
              <a:defRPr sz="900"/>
            </a:lvl7pPr>
            <a:lvl8pPr indent="-228600" lvl="7" marL="3657600" algn="l">
              <a:lnSpc>
                <a:spcPct val="90000"/>
              </a:lnSpc>
              <a:spcBef>
                <a:spcPts val="600"/>
              </a:spcBef>
              <a:spcAft>
                <a:spcPts val="0"/>
              </a:spcAft>
              <a:buClr>
                <a:schemeClr val="dk1"/>
              </a:buClr>
              <a:buSzPts val="900"/>
              <a:buNone/>
              <a:defRPr sz="900"/>
            </a:lvl8pPr>
            <a:lvl9pPr indent="-228600" lvl="8" marL="4114800" algn="l">
              <a:lnSpc>
                <a:spcPct val="90000"/>
              </a:lnSpc>
              <a:spcBef>
                <a:spcPts val="600"/>
              </a:spcBef>
              <a:spcAft>
                <a:spcPts val="0"/>
              </a:spcAft>
              <a:buClr>
                <a:schemeClr val="dk1"/>
              </a:buClr>
              <a:buSzPts val="900"/>
              <a:buNone/>
              <a:defRPr sz="900"/>
            </a:lvl9pPr>
          </a:lstStyle>
          <a:p/>
        </p:txBody>
      </p:sp>
      <p:sp>
        <p:nvSpPr>
          <p:cNvPr id="105" name="Google Shape;105;p82"/>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82"/>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82"/>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8" name="Shape 108"/>
        <p:cNvGrpSpPr/>
        <p:nvPr/>
      </p:nvGrpSpPr>
      <p:grpSpPr>
        <a:xfrm>
          <a:off x="0" y="0"/>
          <a:ext cx="0" cy="0"/>
          <a:chOff x="0" y="0"/>
          <a:chExt cx="0" cy="0"/>
        </a:xfrm>
      </p:grpSpPr>
      <p:sp>
        <p:nvSpPr>
          <p:cNvPr id="109" name="Google Shape;109;p83"/>
          <p:cNvSpPr/>
          <p:nvPr/>
        </p:nvSpPr>
        <p:spPr>
          <a:xfrm>
            <a:off x="0" y="0"/>
            <a:ext cx="609441" cy="6858000"/>
          </a:xfrm>
          <a:prstGeom prst="rect">
            <a:avLst/>
          </a:prstGeom>
          <a:solidFill>
            <a:srgbClr val="6A8093">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 name="Google Shape;110;p83"/>
          <p:cNvSpPr/>
          <p:nvPr/>
        </p:nvSpPr>
        <p:spPr>
          <a:xfrm>
            <a:off x="11884104" y="0"/>
            <a:ext cx="304721" cy="6858000"/>
          </a:xfrm>
          <a:prstGeom prst="rect">
            <a:avLst/>
          </a:prstGeom>
          <a:solidFill>
            <a:srgbClr val="465562"/>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 name="Google Shape;111;p83"/>
          <p:cNvSpPr/>
          <p:nvPr/>
        </p:nvSpPr>
        <p:spPr>
          <a:xfrm>
            <a:off x="4875530" y="0"/>
            <a:ext cx="7017034" cy="6858000"/>
          </a:xfrm>
          <a:prstGeom prst="rect">
            <a:avLst/>
          </a:prstGeom>
          <a:solidFill>
            <a:srgbClr val="C1CBD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83"/>
          <p:cNvSpPr txBox="1"/>
          <p:nvPr>
            <p:ph type="title"/>
          </p:nvPr>
        </p:nvSpPr>
        <p:spPr>
          <a:xfrm>
            <a:off x="1074240" y="381000"/>
            <a:ext cx="3293422"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2800"/>
              <a:buFont typeface="Arial"/>
              <a:buNone/>
              <a:defRPr b="0" sz="2800" cap="none">
                <a:solidFill>
                  <a:srgbClr val="343F4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113" name="Google Shape;113;p83"/>
          <p:cNvSpPr/>
          <p:nvPr>
            <p:ph idx="2" type="pic"/>
          </p:nvPr>
        </p:nvSpPr>
        <p:spPr>
          <a:xfrm>
            <a:off x="5180251" y="482600"/>
            <a:ext cx="6195986" cy="5689600"/>
          </a:xfrm>
          <a:prstGeom prst="rect">
            <a:avLst/>
          </a:prstGeom>
          <a:noFill/>
          <a:ln cap="flat" cmpd="sng" w="19050">
            <a:solidFill>
              <a:schemeClr val="lt1"/>
            </a:solidFill>
            <a:prstDash val="solid"/>
            <a:round/>
            <a:headEnd len="sm" w="sm" type="none"/>
            <a:tailEnd len="sm" w="sm" type="none"/>
          </a:ln>
        </p:spPr>
      </p:sp>
      <p:sp>
        <p:nvSpPr>
          <p:cNvPr id="114" name="Google Shape;114;p83"/>
          <p:cNvSpPr txBox="1"/>
          <p:nvPr>
            <p:ph idx="1" type="body"/>
          </p:nvPr>
        </p:nvSpPr>
        <p:spPr>
          <a:xfrm>
            <a:off x="1074240" y="1828800"/>
            <a:ext cx="3293422" cy="4343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400"/>
              </a:spcBef>
              <a:spcAft>
                <a:spcPts val="0"/>
              </a:spcAft>
              <a:buClr>
                <a:schemeClr val="dk1"/>
              </a:buClr>
              <a:buSzPts val="2000"/>
              <a:buNone/>
              <a:defRPr sz="2000">
                <a:solidFill>
                  <a:schemeClr val="dk1"/>
                </a:solidFill>
              </a:defRPr>
            </a:lvl1pPr>
            <a:lvl2pPr indent="-228600" lvl="1" marL="914400" algn="l">
              <a:lnSpc>
                <a:spcPct val="90000"/>
              </a:lnSpc>
              <a:spcBef>
                <a:spcPts val="600"/>
              </a:spcBef>
              <a:spcAft>
                <a:spcPts val="0"/>
              </a:spcAft>
              <a:buClr>
                <a:schemeClr val="dk1"/>
              </a:buClr>
              <a:buSzPts val="1200"/>
              <a:buNone/>
              <a:defRPr sz="1200"/>
            </a:lvl2pPr>
            <a:lvl3pPr indent="-228600" lvl="2" marL="1371600" algn="l">
              <a:lnSpc>
                <a:spcPct val="90000"/>
              </a:lnSpc>
              <a:spcBef>
                <a:spcPts val="600"/>
              </a:spcBef>
              <a:spcAft>
                <a:spcPts val="0"/>
              </a:spcAft>
              <a:buClr>
                <a:schemeClr val="dk1"/>
              </a:buClr>
              <a:buSzPts val="1000"/>
              <a:buNone/>
              <a:defRPr sz="1000"/>
            </a:lvl3pPr>
            <a:lvl4pPr indent="-228600" lvl="3" marL="1828800" algn="l">
              <a:lnSpc>
                <a:spcPct val="90000"/>
              </a:lnSpc>
              <a:spcBef>
                <a:spcPts val="600"/>
              </a:spcBef>
              <a:spcAft>
                <a:spcPts val="0"/>
              </a:spcAft>
              <a:buClr>
                <a:schemeClr val="dk1"/>
              </a:buClr>
              <a:buSzPts val="900"/>
              <a:buNone/>
              <a:defRPr sz="900"/>
            </a:lvl4pPr>
            <a:lvl5pPr indent="-228600" lvl="4" marL="2286000" algn="l">
              <a:lnSpc>
                <a:spcPct val="90000"/>
              </a:lnSpc>
              <a:spcBef>
                <a:spcPts val="600"/>
              </a:spcBef>
              <a:spcAft>
                <a:spcPts val="0"/>
              </a:spcAft>
              <a:buClr>
                <a:schemeClr val="dk1"/>
              </a:buClr>
              <a:buSzPts val="900"/>
              <a:buNone/>
              <a:defRPr sz="900"/>
            </a:lvl5pPr>
            <a:lvl6pPr indent="-228600" lvl="5" marL="2743200" algn="l">
              <a:lnSpc>
                <a:spcPct val="90000"/>
              </a:lnSpc>
              <a:spcBef>
                <a:spcPts val="600"/>
              </a:spcBef>
              <a:spcAft>
                <a:spcPts val="0"/>
              </a:spcAft>
              <a:buClr>
                <a:schemeClr val="dk1"/>
              </a:buClr>
              <a:buSzPts val="900"/>
              <a:buNone/>
              <a:defRPr sz="900"/>
            </a:lvl6pPr>
            <a:lvl7pPr indent="-228600" lvl="6" marL="3200400" algn="l">
              <a:lnSpc>
                <a:spcPct val="90000"/>
              </a:lnSpc>
              <a:spcBef>
                <a:spcPts val="600"/>
              </a:spcBef>
              <a:spcAft>
                <a:spcPts val="0"/>
              </a:spcAft>
              <a:buClr>
                <a:schemeClr val="dk1"/>
              </a:buClr>
              <a:buSzPts val="900"/>
              <a:buNone/>
              <a:defRPr sz="900"/>
            </a:lvl7pPr>
            <a:lvl8pPr indent="-228600" lvl="7" marL="3657600" algn="l">
              <a:lnSpc>
                <a:spcPct val="90000"/>
              </a:lnSpc>
              <a:spcBef>
                <a:spcPts val="600"/>
              </a:spcBef>
              <a:spcAft>
                <a:spcPts val="0"/>
              </a:spcAft>
              <a:buClr>
                <a:schemeClr val="dk1"/>
              </a:buClr>
              <a:buSzPts val="900"/>
              <a:buNone/>
              <a:defRPr sz="900"/>
            </a:lvl8pPr>
            <a:lvl9pPr indent="-228600" lvl="8" marL="4114800" algn="l">
              <a:lnSpc>
                <a:spcPct val="90000"/>
              </a:lnSpc>
              <a:spcBef>
                <a:spcPts val="600"/>
              </a:spcBef>
              <a:spcAft>
                <a:spcPts val="0"/>
              </a:spcAft>
              <a:buClr>
                <a:schemeClr val="dk1"/>
              </a:buClr>
              <a:buSzPts val="900"/>
              <a:buNone/>
              <a:defRPr sz="900"/>
            </a:lvl9pPr>
          </a:lstStyle>
          <a:p/>
        </p:txBody>
      </p:sp>
      <p:sp>
        <p:nvSpPr>
          <p:cNvPr id="115" name="Google Shape;115;p83"/>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83"/>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83"/>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dk2"/>
                </a:solidFill>
                <a:latin typeface="Arial"/>
                <a:ea typeface="Arial"/>
                <a:cs typeface="Arial"/>
                <a:sym typeface="Arial"/>
              </a:defRPr>
            </a:lvl1pPr>
            <a:lvl2pPr indent="0" lvl="1" marL="0" algn="r">
              <a:spcBef>
                <a:spcPts val="0"/>
              </a:spcBef>
              <a:buNone/>
              <a:defRPr sz="1200" cap="none">
                <a:solidFill>
                  <a:schemeClr val="dk2"/>
                </a:solidFill>
                <a:latin typeface="Arial"/>
                <a:ea typeface="Arial"/>
                <a:cs typeface="Arial"/>
                <a:sym typeface="Arial"/>
              </a:defRPr>
            </a:lvl2pPr>
            <a:lvl3pPr indent="0" lvl="2" marL="0" algn="r">
              <a:spcBef>
                <a:spcPts val="0"/>
              </a:spcBef>
              <a:buNone/>
              <a:defRPr sz="1200" cap="none">
                <a:solidFill>
                  <a:schemeClr val="dk2"/>
                </a:solidFill>
                <a:latin typeface="Arial"/>
                <a:ea typeface="Arial"/>
                <a:cs typeface="Arial"/>
                <a:sym typeface="Arial"/>
              </a:defRPr>
            </a:lvl3pPr>
            <a:lvl4pPr indent="0" lvl="3" marL="0" algn="r">
              <a:spcBef>
                <a:spcPts val="0"/>
              </a:spcBef>
              <a:buNone/>
              <a:defRPr sz="1200" cap="none">
                <a:solidFill>
                  <a:schemeClr val="dk2"/>
                </a:solidFill>
                <a:latin typeface="Arial"/>
                <a:ea typeface="Arial"/>
                <a:cs typeface="Arial"/>
                <a:sym typeface="Arial"/>
              </a:defRPr>
            </a:lvl4pPr>
            <a:lvl5pPr indent="0" lvl="4" marL="0" algn="r">
              <a:spcBef>
                <a:spcPts val="0"/>
              </a:spcBef>
              <a:buNone/>
              <a:defRPr sz="1200" cap="none">
                <a:solidFill>
                  <a:schemeClr val="dk2"/>
                </a:solidFill>
                <a:latin typeface="Arial"/>
                <a:ea typeface="Arial"/>
                <a:cs typeface="Arial"/>
                <a:sym typeface="Arial"/>
              </a:defRPr>
            </a:lvl5pPr>
            <a:lvl6pPr indent="0" lvl="5" marL="0" algn="r">
              <a:spcBef>
                <a:spcPts val="0"/>
              </a:spcBef>
              <a:buNone/>
              <a:defRPr sz="1200" cap="none">
                <a:solidFill>
                  <a:schemeClr val="dk2"/>
                </a:solidFill>
                <a:latin typeface="Arial"/>
                <a:ea typeface="Arial"/>
                <a:cs typeface="Arial"/>
                <a:sym typeface="Arial"/>
              </a:defRPr>
            </a:lvl6pPr>
            <a:lvl7pPr indent="0" lvl="6" marL="0" algn="r">
              <a:spcBef>
                <a:spcPts val="0"/>
              </a:spcBef>
              <a:buNone/>
              <a:defRPr sz="1200" cap="none">
                <a:solidFill>
                  <a:schemeClr val="dk2"/>
                </a:solidFill>
                <a:latin typeface="Arial"/>
                <a:ea typeface="Arial"/>
                <a:cs typeface="Arial"/>
                <a:sym typeface="Arial"/>
              </a:defRPr>
            </a:lvl7pPr>
            <a:lvl8pPr indent="0" lvl="7" marL="0" algn="r">
              <a:spcBef>
                <a:spcPts val="0"/>
              </a:spcBef>
              <a:buNone/>
              <a:defRPr sz="1200" cap="none">
                <a:solidFill>
                  <a:schemeClr val="dk2"/>
                </a:solidFill>
                <a:latin typeface="Arial"/>
                <a:ea typeface="Arial"/>
                <a:cs typeface="Arial"/>
                <a:sym typeface="Arial"/>
              </a:defRPr>
            </a:lvl8pPr>
            <a:lvl9pPr indent="0" lvl="8" marL="0" algn="r">
              <a:spcBef>
                <a:spcPts val="0"/>
              </a:spcBef>
              <a:buNone/>
              <a:defRPr sz="1200" cap="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18" name="Google Shape;118;p83"/>
          <p:cNvCxnSpPr/>
          <p:nvPr/>
        </p:nvCxnSpPr>
        <p:spPr>
          <a:xfrm>
            <a:off x="11879867" y="0"/>
            <a:ext cx="0" cy="6858000"/>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9" name="Shape 119"/>
        <p:cNvGrpSpPr/>
        <p:nvPr/>
      </p:nvGrpSpPr>
      <p:grpSpPr>
        <a:xfrm>
          <a:off x="0" y="0"/>
          <a:ext cx="0" cy="0"/>
          <a:chOff x="0" y="0"/>
          <a:chExt cx="0" cy="0"/>
        </a:xfrm>
      </p:grpSpPr>
      <p:sp>
        <p:nvSpPr>
          <p:cNvPr id="120" name="Google Shape;120;p8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84"/>
          <p:cNvSpPr txBox="1"/>
          <p:nvPr>
            <p:ph idx="1" type="body"/>
          </p:nvPr>
        </p:nvSpPr>
        <p:spPr>
          <a:xfrm rot="5400000">
            <a:off x="4198837" y="-1005200"/>
            <a:ext cx="4572000" cy="97828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22" name="Google Shape;122;p84"/>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84"/>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84"/>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25" name="Shape 125"/>
        <p:cNvGrpSpPr/>
        <p:nvPr/>
      </p:nvGrpSpPr>
      <p:grpSpPr>
        <a:xfrm>
          <a:off x="0" y="0"/>
          <a:ext cx="0" cy="0"/>
          <a:chOff x="0" y="0"/>
          <a:chExt cx="0" cy="0"/>
        </a:xfrm>
      </p:grpSpPr>
      <p:sp>
        <p:nvSpPr>
          <p:cNvPr id="126" name="Google Shape;126;p85"/>
          <p:cNvSpPr/>
          <p:nvPr/>
        </p:nvSpPr>
        <p:spPr>
          <a:xfrm>
            <a:off x="11884104" y="0"/>
            <a:ext cx="304721" cy="6858000"/>
          </a:xfrm>
          <a:prstGeom prst="rect">
            <a:avLst/>
          </a:prstGeom>
          <a:solidFill>
            <a:srgbClr val="465562">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85"/>
          <p:cNvSpPr/>
          <p:nvPr/>
        </p:nvSpPr>
        <p:spPr>
          <a:xfrm>
            <a:off x="617143" y="0"/>
            <a:ext cx="60944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85"/>
          <p:cNvSpPr/>
          <p:nvPr/>
        </p:nvSpPr>
        <p:spPr>
          <a:xfrm>
            <a:off x="0" y="0"/>
            <a:ext cx="609441" cy="6858000"/>
          </a:xfrm>
          <a:prstGeom prst="rect">
            <a:avLst/>
          </a:prstGeom>
          <a:solidFill>
            <a:srgbClr val="6A8093">
              <a:alpha val="87450"/>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9" name="Google Shape;129;p85"/>
          <p:cNvSpPr/>
          <p:nvPr/>
        </p:nvSpPr>
        <p:spPr>
          <a:xfrm>
            <a:off x="617143" y="736219"/>
            <a:ext cx="609441" cy="609600"/>
          </a:xfrm>
          <a:prstGeom prst="rect">
            <a:avLst/>
          </a:prstGeom>
          <a:solidFill>
            <a:srgbClr val="465562">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30" name="Google Shape;130;p85"/>
          <p:cNvCxnSpPr/>
          <p:nvPr/>
        </p:nvCxnSpPr>
        <p:spPr>
          <a:xfrm>
            <a:off x="617143" y="736219"/>
            <a:ext cx="609441" cy="0"/>
          </a:xfrm>
          <a:prstGeom prst="straightConnector1">
            <a:avLst/>
          </a:prstGeom>
          <a:noFill/>
          <a:ln cap="flat" cmpd="sng" w="19050">
            <a:solidFill>
              <a:schemeClr val="lt1"/>
            </a:solidFill>
            <a:prstDash val="solid"/>
            <a:miter lim="800000"/>
            <a:headEnd len="sm" w="sm" type="none"/>
            <a:tailEnd len="sm" w="sm" type="none"/>
          </a:ln>
        </p:spPr>
      </p:cxnSp>
      <p:cxnSp>
        <p:nvCxnSpPr>
          <p:cNvPr id="131" name="Google Shape;131;p85"/>
          <p:cNvCxnSpPr/>
          <p:nvPr/>
        </p:nvCxnSpPr>
        <p:spPr>
          <a:xfrm>
            <a:off x="617143" y="1345819"/>
            <a:ext cx="609441" cy="0"/>
          </a:xfrm>
          <a:prstGeom prst="straightConnector1">
            <a:avLst/>
          </a:prstGeom>
          <a:noFill/>
          <a:ln cap="flat" cmpd="sng" w="19050">
            <a:solidFill>
              <a:schemeClr val="lt1"/>
            </a:solidFill>
            <a:prstDash val="solid"/>
            <a:miter lim="800000"/>
            <a:headEnd len="sm" w="sm" type="none"/>
            <a:tailEnd len="sm" w="sm" type="none"/>
          </a:ln>
        </p:spPr>
      </p:cxnSp>
      <p:sp>
        <p:nvSpPr>
          <p:cNvPr id="132" name="Google Shape;132;p85"/>
          <p:cNvSpPr/>
          <p:nvPr/>
        </p:nvSpPr>
        <p:spPr>
          <a:xfrm rot="5400000">
            <a:off x="756095" y="898102"/>
            <a:ext cx="336023" cy="294097"/>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33" name="Google Shape;133;p85"/>
          <p:cNvCxnSpPr/>
          <p:nvPr/>
        </p:nvCxnSpPr>
        <p:spPr>
          <a:xfrm>
            <a:off x="617143"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134" name="Google Shape;134;p85"/>
          <p:cNvSpPr txBox="1"/>
          <p:nvPr>
            <p:ph type="title"/>
          </p:nvPr>
        </p:nvSpPr>
        <p:spPr>
          <a:xfrm rot="5400000">
            <a:off x="7750175" y="2535237"/>
            <a:ext cx="5486400" cy="178752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85"/>
          <p:cNvSpPr txBox="1"/>
          <p:nvPr>
            <p:ph idx="1" type="body"/>
          </p:nvPr>
        </p:nvSpPr>
        <p:spPr>
          <a:xfrm rot="5400000">
            <a:off x="2779713" y="-495300"/>
            <a:ext cx="5486400" cy="78485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36" name="Google Shape;136;p85"/>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85"/>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85"/>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4"/>
          <p:cNvSpPr/>
          <p:nvPr/>
        </p:nvSpPr>
        <p:spPr>
          <a:xfrm>
            <a:off x="11884104" y="0"/>
            <a:ext cx="304721" cy="6858000"/>
          </a:xfrm>
          <a:prstGeom prst="rect">
            <a:avLst/>
          </a:prstGeom>
          <a:solidFill>
            <a:srgbClr val="465562">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74"/>
          <p:cNvSpPr/>
          <p:nvPr/>
        </p:nvSpPr>
        <p:spPr>
          <a:xfrm>
            <a:off x="617143" y="0"/>
            <a:ext cx="60944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 name="Google Shape;12;p74"/>
          <p:cNvSpPr/>
          <p:nvPr/>
        </p:nvSpPr>
        <p:spPr>
          <a:xfrm>
            <a:off x="0" y="0"/>
            <a:ext cx="609441" cy="6858000"/>
          </a:xfrm>
          <a:prstGeom prst="rect">
            <a:avLst/>
          </a:prstGeom>
          <a:solidFill>
            <a:srgbClr val="6A8093">
              <a:alpha val="87450"/>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 name="Google Shape;13;p74"/>
          <p:cNvSpPr/>
          <p:nvPr/>
        </p:nvSpPr>
        <p:spPr>
          <a:xfrm>
            <a:off x="617143" y="736219"/>
            <a:ext cx="609441" cy="609600"/>
          </a:xfrm>
          <a:prstGeom prst="rect">
            <a:avLst/>
          </a:prstGeom>
          <a:solidFill>
            <a:srgbClr val="465562">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14" name="Google Shape;14;p74"/>
          <p:cNvCxnSpPr/>
          <p:nvPr/>
        </p:nvCxnSpPr>
        <p:spPr>
          <a:xfrm>
            <a:off x="617143" y="736219"/>
            <a:ext cx="609441" cy="0"/>
          </a:xfrm>
          <a:prstGeom prst="straightConnector1">
            <a:avLst/>
          </a:prstGeom>
          <a:noFill/>
          <a:ln cap="flat" cmpd="sng" w="19050">
            <a:solidFill>
              <a:schemeClr val="lt1"/>
            </a:solidFill>
            <a:prstDash val="solid"/>
            <a:miter lim="800000"/>
            <a:headEnd len="sm" w="sm" type="none"/>
            <a:tailEnd len="sm" w="sm" type="none"/>
          </a:ln>
        </p:spPr>
      </p:cxnSp>
      <p:cxnSp>
        <p:nvCxnSpPr>
          <p:cNvPr id="15" name="Google Shape;15;p74"/>
          <p:cNvCxnSpPr/>
          <p:nvPr/>
        </p:nvCxnSpPr>
        <p:spPr>
          <a:xfrm>
            <a:off x="617143" y="1345819"/>
            <a:ext cx="609441" cy="0"/>
          </a:xfrm>
          <a:prstGeom prst="straightConnector1">
            <a:avLst/>
          </a:prstGeom>
          <a:noFill/>
          <a:ln cap="flat" cmpd="sng" w="19050">
            <a:solidFill>
              <a:schemeClr val="lt1"/>
            </a:solidFill>
            <a:prstDash val="solid"/>
            <a:miter lim="800000"/>
            <a:headEnd len="sm" w="sm" type="none"/>
            <a:tailEnd len="sm" w="sm" type="none"/>
          </a:ln>
        </p:spPr>
      </p:cxnSp>
      <p:sp>
        <p:nvSpPr>
          <p:cNvPr id="16" name="Google Shape;16;p74"/>
          <p:cNvSpPr/>
          <p:nvPr/>
        </p:nvSpPr>
        <p:spPr>
          <a:xfrm>
            <a:off x="756095" y="898102"/>
            <a:ext cx="336023" cy="294097"/>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7" name="Google Shape;17;p74"/>
          <p:cNvCxnSpPr/>
          <p:nvPr/>
        </p:nvCxnSpPr>
        <p:spPr>
          <a:xfrm>
            <a:off x="617143"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18" name="Google Shape;18;p7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43F49"/>
              </a:buClr>
              <a:buSzPts val="3600"/>
              <a:buFont typeface="Arial"/>
              <a:buNone/>
              <a:defRPr b="0" i="0" sz="3600" u="none" cap="none" strike="noStrike">
                <a:solidFill>
                  <a:srgbClr val="343F4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74"/>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4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6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 name="Google Shape;20;p74"/>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cap="non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 name="Google Shape;21;p74"/>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cap="non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 name="Google Shape;22;p74"/>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200" u="none" cap="none">
                <a:solidFill>
                  <a:schemeClr val="dk1"/>
                </a:solidFill>
                <a:latin typeface="Arial"/>
                <a:ea typeface="Arial"/>
                <a:cs typeface="Arial"/>
                <a:sym typeface="Arial"/>
              </a:defRPr>
            </a:lvl1pPr>
            <a:lvl2pPr indent="0" lvl="1" marL="0" marR="0" rtl="0" algn="r">
              <a:spcBef>
                <a:spcPts val="0"/>
              </a:spcBef>
              <a:buNone/>
              <a:defRPr b="0" sz="1200" u="none" cap="none">
                <a:solidFill>
                  <a:schemeClr val="dk1"/>
                </a:solidFill>
                <a:latin typeface="Arial"/>
                <a:ea typeface="Arial"/>
                <a:cs typeface="Arial"/>
                <a:sym typeface="Arial"/>
              </a:defRPr>
            </a:lvl2pPr>
            <a:lvl3pPr indent="0" lvl="2" marL="0" marR="0" rtl="0" algn="r">
              <a:spcBef>
                <a:spcPts val="0"/>
              </a:spcBef>
              <a:buNone/>
              <a:defRPr b="0" sz="1200" u="none" cap="none">
                <a:solidFill>
                  <a:schemeClr val="dk1"/>
                </a:solidFill>
                <a:latin typeface="Arial"/>
                <a:ea typeface="Arial"/>
                <a:cs typeface="Arial"/>
                <a:sym typeface="Arial"/>
              </a:defRPr>
            </a:lvl3pPr>
            <a:lvl4pPr indent="0" lvl="3" marL="0" marR="0" rtl="0" algn="r">
              <a:spcBef>
                <a:spcPts val="0"/>
              </a:spcBef>
              <a:buNone/>
              <a:defRPr b="0" sz="1200" u="none" cap="none">
                <a:solidFill>
                  <a:schemeClr val="dk1"/>
                </a:solidFill>
                <a:latin typeface="Arial"/>
                <a:ea typeface="Arial"/>
                <a:cs typeface="Arial"/>
                <a:sym typeface="Arial"/>
              </a:defRPr>
            </a:lvl4pPr>
            <a:lvl5pPr indent="0" lvl="4" marL="0" marR="0" rtl="0" algn="r">
              <a:spcBef>
                <a:spcPts val="0"/>
              </a:spcBef>
              <a:buNone/>
              <a:defRPr b="0" sz="1200" u="none" cap="none">
                <a:solidFill>
                  <a:schemeClr val="dk1"/>
                </a:solidFill>
                <a:latin typeface="Arial"/>
                <a:ea typeface="Arial"/>
                <a:cs typeface="Arial"/>
                <a:sym typeface="Arial"/>
              </a:defRPr>
            </a:lvl5pPr>
            <a:lvl6pPr indent="0" lvl="5" marL="0" marR="0" rtl="0" algn="r">
              <a:spcBef>
                <a:spcPts val="0"/>
              </a:spcBef>
              <a:buNone/>
              <a:defRPr b="0" sz="1200" u="none" cap="none">
                <a:solidFill>
                  <a:schemeClr val="dk1"/>
                </a:solidFill>
                <a:latin typeface="Arial"/>
                <a:ea typeface="Arial"/>
                <a:cs typeface="Arial"/>
                <a:sym typeface="Arial"/>
              </a:defRPr>
            </a:lvl6pPr>
            <a:lvl7pPr indent="0" lvl="6" marL="0" marR="0" rtl="0" algn="r">
              <a:spcBef>
                <a:spcPts val="0"/>
              </a:spcBef>
              <a:buNone/>
              <a:defRPr b="0" sz="1200" u="none" cap="none">
                <a:solidFill>
                  <a:schemeClr val="dk1"/>
                </a:solidFill>
                <a:latin typeface="Arial"/>
                <a:ea typeface="Arial"/>
                <a:cs typeface="Arial"/>
                <a:sym typeface="Arial"/>
              </a:defRPr>
            </a:lvl7pPr>
            <a:lvl8pPr indent="0" lvl="7" marL="0" marR="0" rtl="0" algn="r">
              <a:spcBef>
                <a:spcPts val="0"/>
              </a:spcBef>
              <a:buNone/>
              <a:defRPr b="0" sz="1200" u="none" cap="none">
                <a:solidFill>
                  <a:schemeClr val="dk1"/>
                </a:solidFill>
                <a:latin typeface="Arial"/>
                <a:ea typeface="Arial"/>
                <a:cs typeface="Arial"/>
                <a:sym typeface="Arial"/>
              </a:defRPr>
            </a:lvl8pPr>
            <a:lvl9pPr indent="0" lvl="8" marL="0" marR="0" rtl="0" algn="r">
              <a:spcBef>
                <a:spcPts val="0"/>
              </a:spcBef>
              <a:buNone/>
              <a:defRPr b="0" sz="1200" u="none" cap="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7.png"/><Relationship Id="rId4" Type="http://schemas.openxmlformats.org/officeDocument/2006/relationships/image" Target="../media/image2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3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31.png"/><Relationship Id="rId4" Type="http://schemas.openxmlformats.org/officeDocument/2006/relationships/image" Target="../media/image3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ph type="ctrTitle"/>
          </p:nvPr>
        </p:nvSpPr>
        <p:spPr>
          <a:xfrm>
            <a:off x="2428669" y="908720"/>
            <a:ext cx="9282367" cy="337160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43F49"/>
              </a:buClr>
              <a:buSzPts val="5400"/>
              <a:buFont typeface="Arial"/>
              <a:buNone/>
            </a:pPr>
            <a:r>
              <a:rPr lang="en-US"/>
              <a:t>System Analysis and Project Management – Process and Data Modeling</a:t>
            </a:r>
            <a:endParaRPr/>
          </a:p>
        </p:txBody>
      </p:sp>
      <p:sp>
        <p:nvSpPr>
          <p:cNvPr id="144" name="Google Shape;144;p1"/>
          <p:cNvSpPr txBox="1"/>
          <p:nvPr>
            <p:ph idx="1" type="subTitle"/>
          </p:nvPr>
        </p:nvSpPr>
        <p:spPr>
          <a:xfrm>
            <a:off x="2428669" y="4344915"/>
            <a:ext cx="7516442" cy="111608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a:t>Prepared By - Vesh Raj Joshi</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Process and Data Model</a:t>
            </a:r>
            <a:endParaRPr/>
          </a:p>
        </p:txBody>
      </p:sp>
      <p:sp>
        <p:nvSpPr>
          <p:cNvPr id="150" name="Google Shape;150;p2"/>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fontScale="92500" lnSpcReduction="10000"/>
          </a:bodyPr>
          <a:lstStyle/>
          <a:p>
            <a:pPr indent="-246888" lvl="0" marL="246888" rtl="0" algn="l">
              <a:lnSpc>
                <a:spcPct val="90000"/>
              </a:lnSpc>
              <a:spcBef>
                <a:spcPts val="0"/>
              </a:spcBef>
              <a:spcAft>
                <a:spcPts val="0"/>
              </a:spcAft>
              <a:buClr>
                <a:schemeClr val="dk1"/>
              </a:buClr>
              <a:buSzPct val="100000"/>
              <a:buChar char="›"/>
            </a:pPr>
            <a:r>
              <a:rPr b="1" lang="en-US"/>
              <a:t>What are process modeling?</a:t>
            </a:r>
            <a:endParaRPr/>
          </a:p>
          <a:p>
            <a:pPr indent="0" lvl="1" marL="365760" rtl="0" algn="l">
              <a:lnSpc>
                <a:spcPct val="110000"/>
              </a:lnSpc>
              <a:spcBef>
                <a:spcPts val="600"/>
              </a:spcBef>
              <a:spcAft>
                <a:spcPts val="0"/>
              </a:spcAft>
              <a:buClr>
                <a:schemeClr val="dk1"/>
              </a:buClr>
              <a:buSzPct val="100000"/>
              <a:buNone/>
            </a:pPr>
            <a:r>
              <a:rPr lang="en-US"/>
              <a:t>Process is an activity or function performed for a specific business reason. Business process contains business logics or business rules. </a:t>
            </a:r>
            <a:endParaRPr/>
          </a:p>
          <a:p>
            <a:pPr indent="0" lvl="1" marL="365760" rtl="0" algn="l">
              <a:lnSpc>
                <a:spcPct val="110000"/>
              </a:lnSpc>
              <a:spcBef>
                <a:spcPts val="600"/>
              </a:spcBef>
              <a:spcAft>
                <a:spcPts val="0"/>
              </a:spcAft>
              <a:buClr>
                <a:schemeClr val="dk1"/>
              </a:buClr>
              <a:buSzPct val="100000"/>
              <a:buNone/>
            </a:pPr>
            <a:r>
              <a:rPr b="1" lang="en-US"/>
              <a:t>Process modeling is a formal way of representing how a business system operates.</a:t>
            </a:r>
            <a:endParaRPr/>
          </a:p>
          <a:p>
            <a:pPr indent="0" lvl="1" marL="365760" rtl="0" algn="l">
              <a:lnSpc>
                <a:spcPct val="110000"/>
              </a:lnSpc>
              <a:spcBef>
                <a:spcPts val="600"/>
              </a:spcBef>
              <a:spcAft>
                <a:spcPts val="0"/>
              </a:spcAft>
              <a:buClr>
                <a:schemeClr val="dk1"/>
              </a:buClr>
              <a:buSzPct val="100000"/>
              <a:buNone/>
            </a:pPr>
            <a:r>
              <a:rPr b="1" lang="en-US"/>
              <a:t>Illustrates the activities that are performed and how data moves among them.</a:t>
            </a:r>
            <a:endParaRPr/>
          </a:p>
          <a:p>
            <a:pPr indent="-246888" lvl="0" marL="246888" rtl="0" algn="l">
              <a:lnSpc>
                <a:spcPct val="90000"/>
              </a:lnSpc>
              <a:spcBef>
                <a:spcPts val="1400"/>
              </a:spcBef>
              <a:spcAft>
                <a:spcPts val="0"/>
              </a:spcAft>
              <a:buClr>
                <a:schemeClr val="dk1"/>
              </a:buClr>
              <a:buSzPct val="100000"/>
              <a:buChar char="›"/>
            </a:pPr>
            <a:r>
              <a:rPr b="1" lang="en-US"/>
              <a:t>What is DFD(Data flow diagram)?</a:t>
            </a:r>
            <a:endParaRPr/>
          </a:p>
          <a:p>
            <a:pPr indent="0" lvl="0" marL="268288" rtl="0" algn="l">
              <a:lnSpc>
                <a:spcPct val="120000"/>
              </a:lnSpc>
              <a:spcBef>
                <a:spcPts val="1400"/>
              </a:spcBef>
              <a:spcAft>
                <a:spcPts val="0"/>
              </a:spcAft>
              <a:buClr>
                <a:schemeClr val="dk1"/>
              </a:buClr>
              <a:buSzPct val="100000"/>
              <a:buNone/>
            </a:pPr>
            <a:r>
              <a:rPr lang="en-US" sz="2400"/>
              <a:t>Data flow diagramming is a technique that diagrams the business processes and the data that pass among them. Data flow diagrams (DFDs) are to describe the to-be system’s interactions with its environment, processes, flows of data, and data stores.</a:t>
            </a:r>
            <a:endParaRPr/>
          </a:p>
          <a:p>
            <a:pPr indent="0" lvl="0" marL="268288" rtl="0" algn="l">
              <a:lnSpc>
                <a:spcPct val="120000"/>
              </a:lnSpc>
              <a:spcBef>
                <a:spcPts val="1400"/>
              </a:spcBef>
              <a:spcAft>
                <a:spcPts val="0"/>
              </a:spcAft>
              <a:buClr>
                <a:schemeClr val="dk1"/>
              </a:buClr>
              <a:buSzPct val="100000"/>
              <a:buNone/>
            </a:pPr>
            <a:r>
              <a:t/>
            </a:r>
            <a:endParaRPr sz="1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Types of Process models</a:t>
            </a:r>
            <a:endParaRPr/>
          </a:p>
        </p:txBody>
      </p:sp>
      <p:sp>
        <p:nvSpPr>
          <p:cNvPr id="156" name="Google Shape;156;p3"/>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US"/>
              <a:t>Logical Process models</a:t>
            </a:r>
            <a:endParaRPr/>
          </a:p>
          <a:p>
            <a:pPr indent="-246888" lvl="1" marL="612648" rtl="0" algn="l">
              <a:lnSpc>
                <a:spcPct val="90000"/>
              </a:lnSpc>
              <a:spcBef>
                <a:spcPts val="600"/>
              </a:spcBef>
              <a:spcAft>
                <a:spcPts val="0"/>
              </a:spcAft>
              <a:buClr>
                <a:schemeClr val="dk1"/>
              </a:buClr>
              <a:buSzPts val="2400"/>
              <a:buChar char="–"/>
            </a:pPr>
            <a:r>
              <a:rPr lang="en-US"/>
              <a:t>Processes models describe processes without suggesting how they are conducted. Logical process models are abstract in nature regarding physical existance – they did not tell anything about how information is being collected; platform to be executed, and whether the output is being stored.</a:t>
            </a:r>
            <a:endParaRPr/>
          </a:p>
          <a:p>
            <a:pPr indent="-246888" lvl="0" marL="246888" rtl="0" algn="l">
              <a:lnSpc>
                <a:spcPct val="90000"/>
              </a:lnSpc>
              <a:spcBef>
                <a:spcPts val="1400"/>
              </a:spcBef>
              <a:spcAft>
                <a:spcPts val="0"/>
              </a:spcAft>
              <a:buClr>
                <a:schemeClr val="dk1"/>
              </a:buClr>
              <a:buSzPts val="2800"/>
              <a:buChar char="›"/>
            </a:pPr>
            <a:r>
              <a:rPr b="1" lang="en-US"/>
              <a:t>Physical Process models</a:t>
            </a:r>
            <a:endParaRPr/>
          </a:p>
          <a:p>
            <a:pPr indent="-246888" lvl="1" marL="612648" rtl="0" algn="l">
              <a:lnSpc>
                <a:spcPct val="90000"/>
              </a:lnSpc>
              <a:spcBef>
                <a:spcPts val="600"/>
              </a:spcBef>
              <a:spcAft>
                <a:spcPts val="0"/>
              </a:spcAft>
              <a:buClr>
                <a:schemeClr val="dk1"/>
              </a:buClr>
              <a:buSzPts val="2400"/>
              <a:buChar char="–"/>
            </a:pPr>
            <a:r>
              <a:rPr lang="en-US"/>
              <a:t>Process models provide information that is needed to build the system. These physical details are defined during the design phase when these logical models are refined into physical models, which provide information that is needed to ultimately build the system. </a:t>
            </a:r>
            <a:endParaRPr/>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Flow Diagram Components</a:t>
            </a:r>
            <a:endParaRPr/>
          </a:p>
        </p:txBody>
      </p:sp>
      <p:pic>
        <p:nvPicPr>
          <p:cNvPr id="162" name="Google Shape;162;p4"/>
          <p:cNvPicPr preferRelativeResize="0"/>
          <p:nvPr>
            <p:ph idx="1" type="body"/>
          </p:nvPr>
        </p:nvPicPr>
        <p:blipFill rotWithShape="1">
          <a:blip r:embed="rId3">
            <a:alphaModFix/>
          </a:blip>
          <a:srcRect b="0" l="0" r="0" t="0"/>
          <a:stretch/>
        </p:blipFill>
        <p:spPr>
          <a:xfrm>
            <a:off x="1593436" y="1405092"/>
            <a:ext cx="5405511" cy="54159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Flow Diagram Components</a:t>
            </a:r>
            <a:endParaRPr/>
          </a:p>
        </p:txBody>
      </p:sp>
      <p:sp>
        <p:nvSpPr>
          <p:cNvPr id="168" name="Google Shape;168;p5"/>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fontScale="92500" lnSpcReduction="10000"/>
          </a:bodyPr>
          <a:lstStyle/>
          <a:p>
            <a:pPr indent="-246888" lvl="0" marL="246888" rtl="0" algn="l">
              <a:lnSpc>
                <a:spcPct val="90000"/>
              </a:lnSpc>
              <a:spcBef>
                <a:spcPts val="0"/>
              </a:spcBef>
              <a:spcAft>
                <a:spcPts val="0"/>
              </a:spcAft>
              <a:buClr>
                <a:schemeClr val="dk1"/>
              </a:buClr>
              <a:buSzPct val="100000"/>
              <a:buChar char="›"/>
            </a:pPr>
            <a:r>
              <a:rPr lang="en-US"/>
              <a:t>Process</a:t>
            </a:r>
            <a:endParaRPr/>
          </a:p>
          <a:p>
            <a:pPr indent="-246888" lvl="1" marL="612648" rtl="0" algn="l">
              <a:lnSpc>
                <a:spcPct val="90000"/>
              </a:lnSpc>
              <a:spcBef>
                <a:spcPts val="600"/>
              </a:spcBef>
              <a:spcAft>
                <a:spcPts val="0"/>
              </a:spcAft>
              <a:buClr>
                <a:schemeClr val="dk1"/>
              </a:buClr>
              <a:buSzPct val="100000"/>
              <a:buChar char="–"/>
            </a:pPr>
            <a:r>
              <a:rPr lang="en-US"/>
              <a:t>An activity or function performed for a specific business reason</a:t>
            </a:r>
            <a:endParaRPr/>
          </a:p>
          <a:p>
            <a:pPr indent="-246888" lvl="1" marL="612648" rtl="0" algn="l">
              <a:lnSpc>
                <a:spcPct val="90000"/>
              </a:lnSpc>
              <a:spcBef>
                <a:spcPts val="600"/>
              </a:spcBef>
              <a:spcAft>
                <a:spcPts val="0"/>
              </a:spcAft>
              <a:buClr>
                <a:schemeClr val="dk1"/>
              </a:buClr>
              <a:buSzPct val="100000"/>
              <a:buChar char="–"/>
            </a:pPr>
            <a:r>
              <a:rPr lang="en-US"/>
              <a:t>Manual or computerized</a:t>
            </a:r>
            <a:endParaRPr/>
          </a:p>
          <a:p>
            <a:pPr indent="-246888" lvl="1" marL="612648" rtl="0" algn="l">
              <a:lnSpc>
                <a:spcPct val="90000"/>
              </a:lnSpc>
              <a:spcBef>
                <a:spcPts val="600"/>
              </a:spcBef>
              <a:spcAft>
                <a:spcPts val="0"/>
              </a:spcAft>
              <a:buClr>
                <a:schemeClr val="dk1"/>
              </a:buClr>
              <a:buSzPct val="100000"/>
              <a:buChar char="–"/>
            </a:pPr>
            <a:r>
              <a:rPr lang="en-US"/>
              <a:t>Every process has name, number and set of input and output</a:t>
            </a:r>
            <a:endParaRPr/>
          </a:p>
          <a:p>
            <a:pPr indent="-246888" lvl="1" marL="612648" rtl="0" algn="l">
              <a:lnSpc>
                <a:spcPct val="90000"/>
              </a:lnSpc>
              <a:spcBef>
                <a:spcPts val="600"/>
              </a:spcBef>
              <a:spcAft>
                <a:spcPts val="0"/>
              </a:spcAft>
              <a:buClr>
                <a:schemeClr val="dk1"/>
              </a:buClr>
              <a:buSzPct val="100000"/>
              <a:buChar char="–"/>
            </a:pPr>
            <a:r>
              <a:rPr lang="en-US"/>
              <a:t>Name starts with verb and ends with noun</a:t>
            </a:r>
            <a:endParaRPr/>
          </a:p>
          <a:p>
            <a:pPr indent="-246888" lvl="0" marL="246888" rtl="0" algn="l">
              <a:lnSpc>
                <a:spcPct val="90000"/>
              </a:lnSpc>
              <a:spcBef>
                <a:spcPts val="1400"/>
              </a:spcBef>
              <a:spcAft>
                <a:spcPts val="0"/>
              </a:spcAft>
              <a:buClr>
                <a:schemeClr val="dk1"/>
              </a:buClr>
              <a:buSzPct val="100000"/>
              <a:buChar char="›"/>
            </a:pPr>
            <a:r>
              <a:rPr lang="en-US"/>
              <a:t>Data flow</a:t>
            </a:r>
            <a:endParaRPr/>
          </a:p>
          <a:p>
            <a:pPr indent="-246888" lvl="1" marL="612648" rtl="0" algn="l">
              <a:lnSpc>
                <a:spcPct val="90000"/>
              </a:lnSpc>
              <a:spcBef>
                <a:spcPts val="600"/>
              </a:spcBef>
              <a:spcAft>
                <a:spcPts val="0"/>
              </a:spcAft>
              <a:buClr>
                <a:schemeClr val="dk1"/>
              </a:buClr>
              <a:buSzPct val="100000"/>
              <a:buChar char="–"/>
            </a:pPr>
            <a:r>
              <a:rPr lang="en-US"/>
              <a:t>A single piece of data or a logical collection of data</a:t>
            </a:r>
            <a:endParaRPr/>
          </a:p>
          <a:p>
            <a:pPr indent="-246888" lvl="1" marL="612648" rtl="0" algn="l">
              <a:lnSpc>
                <a:spcPct val="90000"/>
              </a:lnSpc>
              <a:spcBef>
                <a:spcPts val="600"/>
              </a:spcBef>
              <a:spcAft>
                <a:spcPts val="0"/>
              </a:spcAft>
              <a:buClr>
                <a:schemeClr val="dk1"/>
              </a:buClr>
              <a:buSzPct val="100000"/>
              <a:buChar char="–"/>
            </a:pPr>
            <a:r>
              <a:rPr lang="en-US"/>
              <a:t>Always start or ends with at a process</a:t>
            </a:r>
            <a:endParaRPr/>
          </a:p>
          <a:p>
            <a:pPr indent="-246888" lvl="0" marL="246888" rtl="0" algn="l">
              <a:lnSpc>
                <a:spcPct val="90000"/>
              </a:lnSpc>
              <a:spcBef>
                <a:spcPts val="1400"/>
              </a:spcBef>
              <a:spcAft>
                <a:spcPts val="0"/>
              </a:spcAft>
              <a:buClr>
                <a:schemeClr val="dk1"/>
              </a:buClr>
              <a:buSzPct val="100000"/>
              <a:buChar char="›"/>
            </a:pPr>
            <a:r>
              <a:rPr lang="en-US"/>
              <a:t>Data store</a:t>
            </a:r>
            <a:endParaRPr/>
          </a:p>
          <a:p>
            <a:pPr indent="-246888" lvl="1" marL="612648" rtl="0" algn="l">
              <a:lnSpc>
                <a:spcPct val="90000"/>
              </a:lnSpc>
              <a:spcBef>
                <a:spcPts val="600"/>
              </a:spcBef>
              <a:spcAft>
                <a:spcPts val="0"/>
              </a:spcAft>
              <a:buClr>
                <a:schemeClr val="dk1"/>
              </a:buClr>
              <a:buSzPct val="100000"/>
              <a:buChar char="–"/>
            </a:pPr>
            <a:r>
              <a:rPr lang="en-US"/>
              <a:t>A collection of data that stored in some way</a:t>
            </a:r>
            <a:endParaRPr/>
          </a:p>
          <a:p>
            <a:pPr indent="-246888" lvl="1" marL="612648" rtl="0" algn="l">
              <a:lnSpc>
                <a:spcPct val="90000"/>
              </a:lnSpc>
              <a:spcBef>
                <a:spcPts val="600"/>
              </a:spcBef>
              <a:spcAft>
                <a:spcPts val="0"/>
              </a:spcAft>
              <a:buClr>
                <a:schemeClr val="dk1"/>
              </a:buClr>
              <a:buSzPct val="100000"/>
              <a:buChar char="–"/>
            </a:pPr>
            <a:r>
              <a:rPr lang="en-US"/>
              <a:t>Data flowing out is retrieval from the data store</a:t>
            </a:r>
            <a:endParaRPr/>
          </a:p>
          <a:p>
            <a:pPr indent="-246888" lvl="1" marL="612648" rtl="0" algn="l">
              <a:lnSpc>
                <a:spcPct val="90000"/>
              </a:lnSpc>
              <a:spcBef>
                <a:spcPts val="600"/>
              </a:spcBef>
              <a:spcAft>
                <a:spcPts val="0"/>
              </a:spcAft>
              <a:buClr>
                <a:schemeClr val="dk1"/>
              </a:buClr>
              <a:buSzPct val="100000"/>
              <a:buChar char="–"/>
            </a:pPr>
            <a:r>
              <a:rPr lang="en-US"/>
              <a:t>Data flowing in update or is added to the data store</a:t>
            </a:r>
            <a:endParaRPr/>
          </a:p>
          <a:p>
            <a:pPr indent="-105918" lvl="1" marL="612648" rtl="0" algn="l">
              <a:lnSpc>
                <a:spcPct val="90000"/>
              </a:lnSpc>
              <a:spcBef>
                <a:spcPts val="6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Flow Diagram Components</a:t>
            </a:r>
            <a:endParaRPr/>
          </a:p>
        </p:txBody>
      </p:sp>
      <p:sp>
        <p:nvSpPr>
          <p:cNvPr id="174" name="Google Shape;174;p6"/>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US"/>
              <a:t>External Entity</a:t>
            </a:r>
            <a:endParaRPr/>
          </a:p>
          <a:p>
            <a:pPr indent="-246888" lvl="1" marL="612648" rtl="0" algn="l">
              <a:lnSpc>
                <a:spcPct val="90000"/>
              </a:lnSpc>
              <a:spcBef>
                <a:spcPts val="600"/>
              </a:spcBef>
              <a:spcAft>
                <a:spcPts val="0"/>
              </a:spcAft>
              <a:buClr>
                <a:schemeClr val="dk1"/>
              </a:buClr>
              <a:buSzPts val="2400"/>
              <a:buChar char="–"/>
            </a:pPr>
            <a:r>
              <a:rPr lang="en-US"/>
              <a:t>A person or organization or system that is external to the system but interacts with it.</a:t>
            </a:r>
            <a:endParaRPr/>
          </a:p>
          <a:p>
            <a:pPr indent="-246888" lvl="1" marL="612648" rtl="0" algn="l">
              <a:lnSpc>
                <a:spcPct val="90000"/>
              </a:lnSpc>
              <a:spcBef>
                <a:spcPts val="600"/>
              </a:spcBef>
              <a:spcAft>
                <a:spcPts val="0"/>
              </a:spcAft>
              <a:buClr>
                <a:schemeClr val="dk1"/>
              </a:buClr>
              <a:buSzPts val="2400"/>
              <a:buChar char="–"/>
            </a:pPr>
            <a:r>
              <a:rPr lang="en-US"/>
              <a:t>External entities provide data to the system or receive data from the system and serve to establish the system boundaries.</a:t>
            </a:r>
            <a:endParaRPr/>
          </a:p>
          <a:p>
            <a:pPr indent="-246888" lvl="1" marL="612648" rtl="0" algn="l">
              <a:lnSpc>
                <a:spcPct val="90000"/>
              </a:lnSpc>
              <a:spcBef>
                <a:spcPts val="600"/>
              </a:spcBef>
              <a:spcAft>
                <a:spcPts val="0"/>
              </a:spcAft>
              <a:buClr>
                <a:schemeClr val="dk1"/>
              </a:buClr>
              <a:buSzPts val="2400"/>
              <a:buChar char="–"/>
            </a:pPr>
            <a:r>
              <a:rPr lang="en-US"/>
              <a:t>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Using DFD to Define Business Processes</a:t>
            </a:r>
            <a:endParaRPr/>
          </a:p>
        </p:txBody>
      </p:sp>
      <p:sp>
        <p:nvSpPr>
          <p:cNvPr id="180" name="Google Shape;180;p7"/>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US"/>
              <a:t>Decomposition</a:t>
            </a:r>
            <a:endParaRPr/>
          </a:p>
          <a:p>
            <a:pPr indent="-246888" lvl="1" marL="612648" rtl="0" algn="l">
              <a:lnSpc>
                <a:spcPct val="90000"/>
              </a:lnSpc>
              <a:spcBef>
                <a:spcPts val="600"/>
              </a:spcBef>
              <a:spcAft>
                <a:spcPts val="0"/>
              </a:spcAft>
              <a:buClr>
                <a:schemeClr val="dk1"/>
              </a:buClr>
              <a:buSzPts val="2400"/>
              <a:buChar char="–"/>
            </a:pPr>
            <a:r>
              <a:rPr lang="en-US"/>
              <a:t>Is the process of respresenting the system in a heirarchy of DFD diagrams.</a:t>
            </a:r>
            <a:endParaRPr/>
          </a:p>
          <a:p>
            <a:pPr indent="-246888" lvl="1" marL="612648" rtl="0" algn="l">
              <a:lnSpc>
                <a:spcPct val="90000"/>
              </a:lnSpc>
              <a:spcBef>
                <a:spcPts val="600"/>
              </a:spcBef>
              <a:spcAft>
                <a:spcPts val="0"/>
              </a:spcAft>
              <a:buClr>
                <a:schemeClr val="dk1"/>
              </a:buClr>
              <a:buSzPts val="2400"/>
              <a:buChar char="–"/>
            </a:pPr>
            <a:r>
              <a:rPr lang="en-US"/>
              <a:t>Child diagrams show a protion of the parent diagram in a greater detail</a:t>
            </a:r>
            <a:endParaRPr/>
          </a:p>
          <a:p>
            <a:pPr indent="-246888" lvl="0" marL="246888" rtl="0" algn="l">
              <a:lnSpc>
                <a:spcPct val="90000"/>
              </a:lnSpc>
              <a:spcBef>
                <a:spcPts val="1400"/>
              </a:spcBef>
              <a:spcAft>
                <a:spcPts val="0"/>
              </a:spcAft>
              <a:buClr>
                <a:schemeClr val="dk1"/>
              </a:buClr>
              <a:buSzPts val="2800"/>
              <a:buChar char="›"/>
            </a:pPr>
            <a:r>
              <a:rPr b="1" lang="en-US"/>
              <a:t>Balancing</a:t>
            </a:r>
            <a:endParaRPr/>
          </a:p>
          <a:p>
            <a:pPr indent="-246888" lvl="1" marL="612648" rtl="0" algn="l">
              <a:lnSpc>
                <a:spcPct val="90000"/>
              </a:lnSpc>
              <a:spcBef>
                <a:spcPts val="600"/>
              </a:spcBef>
              <a:spcAft>
                <a:spcPts val="0"/>
              </a:spcAft>
              <a:buClr>
                <a:schemeClr val="dk1"/>
              </a:buClr>
              <a:buSzPts val="2400"/>
              <a:buChar char="–"/>
            </a:pPr>
            <a:r>
              <a:rPr lang="en-US"/>
              <a:t>Involve ensuring that information presented at one level of a DFD is accurately represented in next level DFD.</a:t>
            </a:r>
            <a:endParaRPr/>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Using DFD to Define Business Processes - Decomposition</a:t>
            </a:r>
            <a:endParaRPr/>
          </a:p>
        </p:txBody>
      </p:sp>
      <p:sp>
        <p:nvSpPr>
          <p:cNvPr id="186" name="Google Shape;186;p8"/>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p>
            <a:pPr indent="-69088" lvl="0" marL="246888" rtl="0" algn="l">
              <a:lnSpc>
                <a:spcPct val="90000"/>
              </a:lnSpc>
              <a:spcBef>
                <a:spcPts val="0"/>
              </a:spcBef>
              <a:spcAft>
                <a:spcPts val="0"/>
              </a:spcAft>
              <a:buClr>
                <a:schemeClr val="dk1"/>
              </a:buClr>
              <a:buSzPts val="2800"/>
              <a:buNone/>
            </a:pPr>
            <a:r>
              <a:t/>
            </a:r>
            <a:endParaRPr/>
          </a:p>
          <a:p>
            <a:pPr indent="-94488" lvl="1" marL="612648" rtl="0" algn="l">
              <a:lnSpc>
                <a:spcPct val="90000"/>
              </a:lnSpc>
              <a:spcBef>
                <a:spcPts val="600"/>
              </a:spcBef>
              <a:spcAft>
                <a:spcPts val="0"/>
              </a:spcAft>
              <a:buClr>
                <a:schemeClr val="dk1"/>
              </a:buClr>
              <a:buSzPts val="2400"/>
              <a:buNone/>
            </a:pPr>
            <a:r>
              <a:t/>
            </a:r>
            <a:endParaRPr/>
          </a:p>
        </p:txBody>
      </p:sp>
      <p:pic>
        <p:nvPicPr>
          <p:cNvPr id="187" name="Google Shape;187;p8"/>
          <p:cNvPicPr preferRelativeResize="0"/>
          <p:nvPr/>
        </p:nvPicPr>
        <p:blipFill rotWithShape="1">
          <a:blip r:embed="rId3">
            <a:alphaModFix/>
          </a:blip>
          <a:srcRect b="0" l="0" r="0" t="0"/>
          <a:stretch/>
        </p:blipFill>
        <p:spPr>
          <a:xfrm>
            <a:off x="1917948" y="1417637"/>
            <a:ext cx="6696744" cy="535920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Levels of DFD</a:t>
            </a:r>
            <a:endParaRPr/>
          </a:p>
        </p:txBody>
      </p:sp>
      <p:sp>
        <p:nvSpPr>
          <p:cNvPr id="193" name="Google Shape;193;p9"/>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Context Diagram</a:t>
            </a:r>
            <a:endParaRPr/>
          </a:p>
          <a:p>
            <a:pPr indent="-246888" lvl="1" marL="612648" rtl="0" algn="l">
              <a:lnSpc>
                <a:spcPct val="90000"/>
              </a:lnSpc>
              <a:spcBef>
                <a:spcPts val="600"/>
              </a:spcBef>
              <a:spcAft>
                <a:spcPts val="0"/>
              </a:spcAft>
              <a:buClr>
                <a:schemeClr val="dk1"/>
              </a:buClr>
              <a:buSzPts val="2400"/>
              <a:buChar char="–"/>
            </a:pPr>
            <a:r>
              <a:rPr lang="en-US"/>
              <a:t>Top level DFD is in business process model is context diagram – shows the entire system in context with its environment.</a:t>
            </a:r>
            <a:endParaRPr/>
          </a:p>
          <a:p>
            <a:pPr indent="-246888" lvl="1" marL="612648" rtl="0" algn="l">
              <a:lnSpc>
                <a:spcPct val="90000"/>
              </a:lnSpc>
              <a:spcBef>
                <a:spcPts val="600"/>
              </a:spcBef>
              <a:spcAft>
                <a:spcPts val="0"/>
              </a:spcAft>
              <a:buClr>
                <a:schemeClr val="dk1"/>
              </a:buClr>
              <a:buSzPts val="2400"/>
              <a:buChar char="–"/>
            </a:pPr>
            <a:r>
              <a:rPr lang="en-US"/>
              <a:t>The context diagram shows the overall business process as a single process (i.e., the system itself) and shows the data flows to and from external entities. </a:t>
            </a:r>
            <a:endParaRPr/>
          </a:p>
          <a:p>
            <a:pPr indent="-246888" lvl="1" marL="612648" rtl="0" algn="l">
              <a:lnSpc>
                <a:spcPct val="90000"/>
              </a:lnSpc>
              <a:spcBef>
                <a:spcPts val="600"/>
              </a:spcBef>
              <a:spcAft>
                <a:spcPts val="0"/>
              </a:spcAft>
              <a:buClr>
                <a:schemeClr val="dk1"/>
              </a:buClr>
              <a:buSzPts val="2400"/>
              <a:buChar char="–"/>
            </a:pPr>
            <a:r>
              <a:rPr lang="en-US"/>
              <a:t>Data stores are not included on the context diagram. If the system uses data from or supplies data to another independent information system, that system should be shown as an external entity, not a data store. </a:t>
            </a:r>
            <a:endParaRPr/>
          </a:p>
          <a:p>
            <a:pPr indent="-119888" lvl="1" marL="612648" rtl="0" algn="l">
              <a:lnSpc>
                <a:spcPct val="90000"/>
              </a:lnSpc>
              <a:spcBef>
                <a:spcPts val="600"/>
              </a:spcBef>
              <a:spcAft>
                <a:spcPts val="0"/>
              </a:spcAft>
              <a:buClr>
                <a:schemeClr val="dk1"/>
              </a:buClr>
              <a:buSzPts val="2000"/>
              <a:buNone/>
            </a:pPr>
            <a:r>
              <a:t/>
            </a:r>
            <a:endParaRPr b="1" sz="20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Levels of DFD</a:t>
            </a:r>
            <a:endParaRPr/>
          </a:p>
        </p:txBody>
      </p:sp>
      <p:sp>
        <p:nvSpPr>
          <p:cNvPr id="199" name="Google Shape;199;p10"/>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Level 0</a:t>
            </a:r>
            <a:endParaRPr/>
          </a:p>
          <a:p>
            <a:pPr indent="-246888" lvl="1" marL="612648" rtl="0" algn="l">
              <a:lnSpc>
                <a:spcPct val="90000"/>
              </a:lnSpc>
              <a:spcBef>
                <a:spcPts val="600"/>
              </a:spcBef>
              <a:spcAft>
                <a:spcPts val="0"/>
              </a:spcAft>
              <a:buClr>
                <a:schemeClr val="dk1"/>
              </a:buClr>
              <a:buSzPts val="2400"/>
              <a:buChar char="–"/>
            </a:pPr>
            <a:r>
              <a:rPr lang="en-US"/>
              <a:t>The next level in DFD hierarchy diagram is level 0.</a:t>
            </a:r>
            <a:endParaRPr/>
          </a:p>
          <a:p>
            <a:pPr indent="-246888" lvl="1" marL="612648" rtl="0" algn="l">
              <a:lnSpc>
                <a:spcPct val="90000"/>
              </a:lnSpc>
              <a:spcBef>
                <a:spcPts val="600"/>
              </a:spcBef>
              <a:spcAft>
                <a:spcPts val="0"/>
              </a:spcAft>
              <a:buClr>
                <a:schemeClr val="dk1"/>
              </a:buClr>
              <a:buSzPts val="2400"/>
              <a:buChar char="–"/>
            </a:pPr>
            <a:r>
              <a:rPr lang="en-US"/>
              <a:t>The level 0 diagram shows all the major processes at the first level of numbering, the data stores, external entities, and data flows among them. </a:t>
            </a:r>
            <a:endParaRPr/>
          </a:p>
          <a:p>
            <a:pPr indent="-246888" lvl="1" marL="612648" rtl="0" algn="l">
              <a:lnSpc>
                <a:spcPct val="90000"/>
              </a:lnSpc>
              <a:spcBef>
                <a:spcPts val="600"/>
              </a:spcBef>
              <a:spcAft>
                <a:spcPts val="0"/>
              </a:spcAft>
              <a:buClr>
                <a:schemeClr val="dk1"/>
              </a:buClr>
              <a:buSzPts val="2400"/>
              <a:buChar char="–"/>
            </a:pPr>
            <a:r>
              <a:rPr lang="en-US"/>
              <a:t>The purpose of the level 0 DFD is to show all the major high-level processes of the system and how they relate to each other and to stored data. </a:t>
            </a:r>
            <a:endParaRPr/>
          </a:p>
          <a:p>
            <a:pPr indent="-246888" lvl="1" marL="612648" rtl="0" algn="l">
              <a:lnSpc>
                <a:spcPct val="90000"/>
              </a:lnSpc>
              <a:spcBef>
                <a:spcPts val="600"/>
              </a:spcBef>
              <a:spcAft>
                <a:spcPts val="0"/>
              </a:spcAft>
              <a:buClr>
                <a:schemeClr val="dk1"/>
              </a:buClr>
              <a:buSzPts val="2400"/>
              <a:buChar char="–"/>
            </a:pPr>
            <a:r>
              <a:rPr lang="en-US"/>
              <a:t>All process models have one and only one level 0 DFD. </a:t>
            </a:r>
            <a:endParaRPr/>
          </a:p>
          <a:p>
            <a:pPr indent="-246888" lvl="1" marL="612648" rtl="0" algn="l">
              <a:lnSpc>
                <a:spcPct val="90000"/>
              </a:lnSpc>
              <a:spcBef>
                <a:spcPts val="600"/>
              </a:spcBef>
              <a:spcAft>
                <a:spcPts val="0"/>
              </a:spcAft>
              <a:buClr>
                <a:schemeClr val="dk1"/>
              </a:buClr>
              <a:buSzPts val="2400"/>
              <a:buChar char="–"/>
            </a:pPr>
            <a:r>
              <a:rPr lang="en-US"/>
              <a:t>Balancing comes in to picture to finalize the DFD level 0.</a:t>
            </a:r>
            <a:endParaRPr/>
          </a:p>
          <a:p>
            <a:pPr indent="-119888" lvl="1" marL="612648" rtl="0" algn="l">
              <a:lnSpc>
                <a:spcPct val="90000"/>
              </a:lnSpc>
              <a:spcBef>
                <a:spcPts val="600"/>
              </a:spcBef>
              <a:spcAft>
                <a:spcPts val="0"/>
              </a:spcAft>
              <a:buClr>
                <a:schemeClr val="dk1"/>
              </a:buClr>
              <a:buSzPts val="2000"/>
              <a:buNone/>
            </a:pPr>
            <a:r>
              <a:t/>
            </a:r>
            <a:endParaRPr b="1" sz="20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Levels of DFD</a:t>
            </a:r>
            <a:endParaRPr/>
          </a:p>
        </p:txBody>
      </p:sp>
      <p:sp>
        <p:nvSpPr>
          <p:cNvPr id="205" name="Google Shape;205;p11"/>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Level 1</a:t>
            </a:r>
            <a:endParaRPr/>
          </a:p>
          <a:p>
            <a:pPr indent="-246888" lvl="1" marL="612648" rtl="0" algn="l">
              <a:lnSpc>
                <a:spcPct val="90000"/>
              </a:lnSpc>
              <a:spcBef>
                <a:spcPts val="600"/>
              </a:spcBef>
              <a:spcAft>
                <a:spcPts val="0"/>
              </a:spcAft>
              <a:buClr>
                <a:schemeClr val="dk1"/>
              </a:buClr>
              <a:buSzPts val="2400"/>
              <a:buChar char="–"/>
            </a:pPr>
            <a:r>
              <a:rPr lang="en-US"/>
              <a:t>Each process on the level 0 DFD must be decomposed into a more explicit DFD, called a level 1 diagram, or level 1 DFD, which shows how it operates in greater detail. </a:t>
            </a:r>
            <a:endParaRPr/>
          </a:p>
          <a:p>
            <a:pPr indent="-246888" lvl="1" marL="612648" rtl="0" algn="l">
              <a:lnSpc>
                <a:spcPct val="90000"/>
              </a:lnSpc>
              <a:spcBef>
                <a:spcPts val="600"/>
              </a:spcBef>
              <a:spcAft>
                <a:spcPts val="0"/>
              </a:spcAft>
              <a:buClr>
                <a:schemeClr val="dk1"/>
              </a:buClr>
              <a:buSzPts val="2400"/>
              <a:buChar char="–"/>
            </a:pPr>
            <a:r>
              <a:rPr lang="en-US"/>
              <a:t>Shows all the internal processes that comprise a single process on the level 0 diagram</a:t>
            </a:r>
            <a:endParaRPr/>
          </a:p>
          <a:p>
            <a:pPr indent="-246888" lvl="1" marL="612648" rtl="0" algn="l">
              <a:lnSpc>
                <a:spcPct val="90000"/>
              </a:lnSpc>
              <a:spcBef>
                <a:spcPts val="600"/>
              </a:spcBef>
              <a:spcAft>
                <a:spcPts val="0"/>
              </a:spcAft>
              <a:buClr>
                <a:schemeClr val="dk1"/>
              </a:buClr>
              <a:buSzPts val="2400"/>
              <a:buChar char="–"/>
            </a:pPr>
            <a:r>
              <a:rPr lang="en-US"/>
              <a:t>Shows how information moves from and to each of the processes</a:t>
            </a:r>
            <a:endParaRPr/>
          </a:p>
          <a:p>
            <a:pPr indent="-246888" lvl="1" marL="612648" rtl="0" algn="l">
              <a:lnSpc>
                <a:spcPct val="90000"/>
              </a:lnSpc>
              <a:spcBef>
                <a:spcPts val="600"/>
              </a:spcBef>
              <a:spcAft>
                <a:spcPts val="0"/>
              </a:spcAft>
              <a:buClr>
                <a:schemeClr val="dk1"/>
              </a:buClr>
              <a:buSzPts val="2400"/>
              <a:buChar char="–"/>
            </a:pPr>
            <a:r>
              <a:rPr lang="en-US"/>
              <a:t>If a parent process is decomposed into, for example, three child processes these three child processes wholly and completely make up the parent process.</a:t>
            </a:r>
            <a:endParaRPr/>
          </a:p>
          <a:p>
            <a:pPr indent="-119888" lvl="1" marL="612648" rtl="0" algn="l">
              <a:lnSpc>
                <a:spcPct val="90000"/>
              </a:lnSpc>
              <a:spcBef>
                <a:spcPts val="600"/>
              </a:spcBef>
              <a:spcAft>
                <a:spcPts val="0"/>
              </a:spcAft>
              <a:buClr>
                <a:schemeClr val="dk1"/>
              </a:buClr>
              <a:buSzPts val="2000"/>
              <a:buNone/>
            </a:pPr>
            <a:r>
              <a:t/>
            </a:r>
            <a:endParaRPr b="1" sz="20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Levels of DFD</a:t>
            </a:r>
            <a:endParaRPr/>
          </a:p>
        </p:txBody>
      </p:sp>
      <p:sp>
        <p:nvSpPr>
          <p:cNvPr id="211" name="Google Shape;211;p12"/>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Level 2</a:t>
            </a:r>
            <a:endParaRPr/>
          </a:p>
          <a:p>
            <a:pPr indent="-246888" lvl="1" marL="612648" rtl="0" algn="l">
              <a:lnSpc>
                <a:spcPct val="90000"/>
              </a:lnSpc>
              <a:spcBef>
                <a:spcPts val="600"/>
              </a:spcBef>
              <a:spcAft>
                <a:spcPts val="0"/>
              </a:spcAft>
              <a:buClr>
                <a:schemeClr val="dk1"/>
              </a:buClr>
              <a:buSzPts val="2400"/>
              <a:buChar char="–"/>
            </a:pPr>
            <a:r>
              <a:rPr lang="en-US"/>
              <a:t>If any of the processes in the level 1 diagram appear to be “busy” with multiple inflows and out- flows, it may be appropriate to decompose that process into a child diagram. </a:t>
            </a:r>
            <a:endParaRPr/>
          </a:p>
          <a:p>
            <a:pPr indent="-246888" lvl="1" marL="612648" rtl="0" algn="l">
              <a:lnSpc>
                <a:spcPct val="90000"/>
              </a:lnSpc>
              <a:spcBef>
                <a:spcPts val="600"/>
              </a:spcBef>
              <a:spcAft>
                <a:spcPts val="0"/>
              </a:spcAft>
              <a:buClr>
                <a:schemeClr val="dk1"/>
              </a:buClr>
              <a:buSzPts val="2400"/>
              <a:buChar char="–"/>
            </a:pPr>
            <a:r>
              <a:rPr lang="en-US"/>
              <a:t>The next level under level 1 would be labeled as level 2, and so forth. </a:t>
            </a:r>
            <a:endParaRPr/>
          </a:p>
          <a:p>
            <a:pPr indent="-246888" lvl="1" marL="612648" rtl="0" algn="l">
              <a:lnSpc>
                <a:spcPct val="90000"/>
              </a:lnSpc>
              <a:spcBef>
                <a:spcPts val="600"/>
              </a:spcBef>
              <a:spcAft>
                <a:spcPts val="0"/>
              </a:spcAft>
              <a:buClr>
                <a:schemeClr val="dk1"/>
              </a:buClr>
              <a:buSzPts val="2400"/>
              <a:buChar char="–"/>
            </a:pPr>
            <a:r>
              <a:rPr lang="en-US"/>
              <a:t>The ultimate goal is to decompose a process so that each child process performs one essential task, not multiple tasks.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119888" lvl="1" marL="612648" rtl="0" algn="l">
              <a:lnSpc>
                <a:spcPct val="90000"/>
              </a:lnSpc>
              <a:spcBef>
                <a:spcPts val="600"/>
              </a:spcBef>
              <a:spcAft>
                <a:spcPts val="0"/>
              </a:spcAft>
              <a:buClr>
                <a:schemeClr val="dk1"/>
              </a:buClr>
              <a:buSzPts val="2000"/>
              <a:buNone/>
            </a:pPr>
            <a:r>
              <a:t/>
            </a:r>
            <a:endParaRPr b="1" sz="20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Alternative data flows</a:t>
            </a:r>
            <a:endParaRPr/>
          </a:p>
        </p:txBody>
      </p:sp>
      <p:sp>
        <p:nvSpPr>
          <p:cNvPr id="217" name="Google Shape;217;p13"/>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400"/>
              <a:buChar char="›"/>
            </a:pPr>
            <a:r>
              <a:rPr b="1" lang="en-US" sz="2400"/>
              <a:t>Where a process can produce different data flows given different conditions</a:t>
            </a:r>
            <a:endParaRPr/>
          </a:p>
          <a:p>
            <a:pPr indent="-246888" lvl="0" marL="246888" rtl="0" algn="l">
              <a:lnSpc>
                <a:spcPct val="100000"/>
              </a:lnSpc>
              <a:spcBef>
                <a:spcPts val="1400"/>
              </a:spcBef>
              <a:spcAft>
                <a:spcPts val="0"/>
              </a:spcAft>
              <a:buClr>
                <a:schemeClr val="dk1"/>
              </a:buClr>
              <a:buSzPts val="2400"/>
              <a:buChar char="›"/>
            </a:pPr>
            <a:r>
              <a:rPr b="1" lang="en-US" sz="2400"/>
              <a:t>We show both data flows and use the process description to explain why they are alternatives</a:t>
            </a:r>
            <a:endParaRPr b="1" sz="1600"/>
          </a:p>
          <a:p>
            <a:pPr indent="-246888" lvl="0" marL="246888" rtl="0" algn="l">
              <a:lnSpc>
                <a:spcPct val="100000"/>
              </a:lnSpc>
              <a:spcBef>
                <a:spcPts val="1400"/>
              </a:spcBef>
              <a:spcAft>
                <a:spcPts val="0"/>
              </a:spcAft>
              <a:buClr>
                <a:schemeClr val="dk1"/>
              </a:buClr>
              <a:buSzPts val="2400"/>
              <a:buChar char="›"/>
            </a:pPr>
            <a:r>
              <a:rPr b="1" lang="en-US" sz="2400"/>
              <a:t>Scenario - </a:t>
            </a:r>
            <a:r>
              <a:rPr lang="en-US" sz="2400"/>
              <a:t>a quality-control process could produce a quality-approved widget or a defective widget, the customer may or may not approve the order modification. How do you show these alternative paths in the DFD? The answer is that you show both data flows and use the process description to explain that they are alternatives. </a:t>
            </a:r>
            <a:endParaRPr/>
          </a:p>
          <a:p>
            <a:pPr indent="-94488" lvl="0" marL="246888" rtl="0" algn="l">
              <a:lnSpc>
                <a:spcPct val="90000"/>
              </a:lnSpc>
              <a:spcBef>
                <a:spcPts val="1400"/>
              </a:spcBef>
              <a:spcAft>
                <a:spcPts val="0"/>
              </a:spcAft>
              <a:buClr>
                <a:schemeClr val="dk1"/>
              </a:buClr>
              <a:buSzPts val="2400"/>
              <a:buNone/>
            </a:pPr>
            <a:r>
              <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Process Descriptions</a:t>
            </a:r>
            <a:endParaRPr/>
          </a:p>
        </p:txBody>
      </p:sp>
      <p:sp>
        <p:nvSpPr>
          <p:cNvPr id="223" name="Google Shape;223;p14"/>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The purpose of process descriptions is to explain what the process does and provide additional information that the DFD does not provide </a:t>
            </a:r>
            <a:endParaRPr/>
          </a:p>
          <a:p>
            <a:pPr indent="-246888" lvl="0" marL="246888" rtl="0" algn="l">
              <a:lnSpc>
                <a:spcPct val="90000"/>
              </a:lnSpc>
              <a:spcBef>
                <a:spcPts val="1400"/>
              </a:spcBef>
              <a:spcAft>
                <a:spcPts val="0"/>
              </a:spcAft>
              <a:buClr>
                <a:schemeClr val="dk1"/>
              </a:buClr>
              <a:buSzPts val="2400"/>
              <a:buChar char="›"/>
            </a:pPr>
            <a:r>
              <a:rPr b="1" lang="en-US" sz="2400"/>
              <a:t>Text-based process descriptions provide more information about the process than the DFD alone</a:t>
            </a:r>
            <a:endParaRPr/>
          </a:p>
          <a:p>
            <a:pPr indent="-246888" lvl="0" marL="246888" rtl="0" algn="l">
              <a:lnSpc>
                <a:spcPct val="90000"/>
              </a:lnSpc>
              <a:spcBef>
                <a:spcPts val="1400"/>
              </a:spcBef>
              <a:spcAft>
                <a:spcPts val="0"/>
              </a:spcAft>
              <a:buClr>
                <a:schemeClr val="dk1"/>
              </a:buClr>
              <a:buSzPts val="2400"/>
              <a:buChar char="›"/>
            </a:pPr>
            <a:r>
              <a:rPr b="1" lang="en-US" sz="2400"/>
              <a:t>If logic underlying the process is quite complex, more detail may be needed in the form of </a:t>
            </a:r>
            <a:endParaRPr/>
          </a:p>
          <a:p>
            <a:pPr indent="-246888" lvl="1" marL="612648" rtl="0" algn="l">
              <a:lnSpc>
                <a:spcPct val="90000"/>
              </a:lnSpc>
              <a:spcBef>
                <a:spcPts val="600"/>
              </a:spcBef>
              <a:spcAft>
                <a:spcPts val="0"/>
              </a:spcAft>
              <a:buClr>
                <a:schemeClr val="dk1"/>
              </a:buClr>
              <a:buSzPts val="2000"/>
              <a:buChar char="–"/>
            </a:pPr>
            <a:r>
              <a:rPr b="1" lang="en-US" sz="2000"/>
              <a:t>Structured English</a:t>
            </a:r>
            <a:endParaRPr/>
          </a:p>
          <a:p>
            <a:pPr indent="-246888" lvl="1" marL="612648" rtl="0" algn="l">
              <a:lnSpc>
                <a:spcPct val="90000"/>
              </a:lnSpc>
              <a:spcBef>
                <a:spcPts val="600"/>
              </a:spcBef>
              <a:spcAft>
                <a:spcPts val="0"/>
              </a:spcAft>
              <a:buClr>
                <a:schemeClr val="dk1"/>
              </a:buClr>
              <a:buSzPts val="2000"/>
              <a:buChar char="–"/>
            </a:pPr>
            <a:r>
              <a:rPr b="1" lang="en-US" sz="2000"/>
              <a:t>Decision Trees</a:t>
            </a:r>
            <a:endParaRPr/>
          </a:p>
          <a:p>
            <a:pPr indent="-246888" lvl="1" marL="612648" rtl="0" algn="l">
              <a:lnSpc>
                <a:spcPct val="90000"/>
              </a:lnSpc>
              <a:spcBef>
                <a:spcPts val="600"/>
              </a:spcBef>
              <a:spcAft>
                <a:spcPts val="0"/>
              </a:spcAft>
              <a:buClr>
                <a:schemeClr val="dk1"/>
              </a:buClr>
              <a:buSzPts val="2000"/>
              <a:buChar char="–"/>
            </a:pPr>
            <a:r>
              <a:rPr b="1" lang="en-US" sz="2000"/>
              <a:t>Decision tables</a:t>
            </a:r>
            <a:endParaRPr/>
          </a:p>
          <a:p>
            <a:pPr indent="-94488" lvl="0" marL="246888" rtl="0" algn="l">
              <a:lnSpc>
                <a:spcPct val="90000"/>
              </a:lnSpc>
              <a:spcBef>
                <a:spcPts val="1400"/>
              </a:spcBef>
              <a:spcAft>
                <a:spcPts val="0"/>
              </a:spcAft>
              <a:buClr>
                <a:schemeClr val="dk1"/>
              </a:buClr>
              <a:buSzPts val="2400"/>
              <a:buNone/>
            </a:pPr>
            <a:r>
              <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29" name="Google Shape;229;p15"/>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Integrating Scenario Description</a:t>
            </a:r>
            <a:endParaRPr/>
          </a:p>
          <a:p>
            <a:pPr indent="-246888" lvl="1" marL="612648" rtl="0" algn="l">
              <a:lnSpc>
                <a:spcPct val="90000"/>
              </a:lnSpc>
              <a:spcBef>
                <a:spcPts val="600"/>
              </a:spcBef>
              <a:spcAft>
                <a:spcPts val="0"/>
              </a:spcAft>
              <a:buClr>
                <a:schemeClr val="dk1"/>
              </a:buClr>
              <a:buSzPts val="2000"/>
              <a:buChar char="–"/>
            </a:pPr>
            <a:r>
              <a:rPr b="1" lang="en-US" sz="2000"/>
              <a:t>DFDs start with the use cases and requirements definition</a:t>
            </a:r>
            <a:endParaRPr/>
          </a:p>
          <a:p>
            <a:pPr indent="-246888" lvl="1" marL="612648" rtl="0" algn="l">
              <a:lnSpc>
                <a:spcPct val="90000"/>
              </a:lnSpc>
              <a:spcBef>
                <a:spcPts val="600"/>
              </a:spcBef>
              <a:spcAft>
                <a:spcPts val="0"/>
              </a:spcAft>
              <a:buClr>
                <a:schemeClr val="dk1"/>
              </a:buClr>
              <a:buSzPts val="2000"/>
              <a:buChar char="–"/>
            </a:pPr>
            <a:r>
              <a:rPr b="1" lang="en-US" sz="2000"/>
              <a:t>Generally, the DFDs integrate the uses cases</a:t>
            </a:r>
            <a:endParaRPr/>
          </a:p>
          <a:p>
            <a:pPr indent="-246888" lvl="1" marL="612648" rtl="0" algn="l">
              <a:lnSpc>
                <a:spcPct val="90000"/>
              </a:lnSpc>
              <a:spcBef>
                <a:spcPts val="600"/>
              </a:spcBef>
              <a:spcAft>
                <a:spcPts val="0"/>
              </a:spcAft>
              <a:buClr>
                <a:schemeClr val="dk1"/>
              </a:buClr>
              <a:buSzPts val="2000"/>
              <a:buChar char="–"/>
            </a:pPr>
            <a:r>
              <a:rPr b="1" lang="en-US" sz="2000"/>
              <a:t>Names of use case become the processes</a:t>
            </a:r>
            <a:endParaRPr/>
          </a:p>
          <a:p>
            <a:pPr indent="-246888" lvl="1" marL="612648" rtl="0" algn="l">
              <a:lnSpc>
                <a:spcPct val="90000"/>
              </a:lnSpc>
              <a:spcBef>
                <a:spcPts val="600"/>
              </a:spcBef>
              <a:spcAft>
                <a:spcPts val="0"/>
              </a:spcAft>
              <a:buClr>
                <a:schemeClr val="dk1"/>
              </a:buClr>
              <a:buSzPts val="2000"/>
              <a:buChar char="–"/>
            </a:pPr>
            <a:r>
              <a:rPr b="1" lang="en-US" sz="2000"/>
              <a:t>Inputs and outputs become data flows</a:t>
            </a:r>
            <a:endParaRPr/>
          </a:p>
          <a:p>
            <a:pPr indent="-246888" lvl="1" marL="612648" rtl="0" algn="l">
              <a:lnSpc>
                <a:spcPct val="90000"/>
              </a:lnSpc>
              <a:spcBef>
                <a:spcPts val="600"/>
              </a:spcBef>
              <a:spcAft>
                <a:spcPts val="0"/>
              </a:spcAft>
              <a:buClr>
                <a:schemeClr val="dk1"/>
              </a:buClr>
              <a:buSzPts val="2000"/>
              <a:buChar char="–"/>
            </a:pPr>
            <a:r>
              <a:rPr b="1" lang="en-US" sz="2000"/>
              <a:t>Small data inputs and outputs are combined into single flow.</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35" name="Google Shape;235;p16"/>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Steps in Building DFDs</a:t>
            </a:r>
            <a:endParaRPr/>
          </a:p>
          <a:p>
            <a:pPr indent="-246888" lvl="1" marL="612648" rtl="0" algn="l">
              <a:lnSpc>
                <a:spcPct val="90000"/>
              </a:lnSpc>
              <a:spcBef>
                <a:spcPts val="600"/>
              </a:spcBef>
              <a:spcAft>
                <a:spcPts val="0"/>
              </a:spcAft>
              <a:buClr>
                <a:schemeClr val="dk1"/>
              </a:buClr>
              <a:buSzPts val="2000"/>
              <a:buChar char="–"/>
            </a:pPr>
            <a:r>
              <a:rPr b="1" lang="en-US" sz="2000"/>
              <a:t>Build the context diagram</a:t>
            </a:r>
            <a:endParaRPr/>
          </a:p>
          <a:p>
            <a:pPr indent="-246888" lvl="1" marL="612648" rtl="0" algn="l">
              <a:lnSpc>
                <a:spcPct val="90000"/>
              </a:lnSpc>
              <a:spcBef>
                <a:spcPts val="600"/>
              </a:spcBef>
              <a:spcAft>
                <a:spcPts val="0"/>
              </a:spcAft>
              <a:buClr>
                <a:schemeClr val="dk1"/>
              </a:buClr>
              <a:buSzPts val="2000"/>
              <a:buChar char="–"/>
            </a:pPr>
            <a:r>
              <a:rPr b="1" lang="en-US" sz="2000"/>
              <a:t>Create DFD fragment to each use case </a:t>
            </a:r>
            <a:endParaRPr/>
          </a:p>
          <a:p>
            <a:pPr indent="-246888" lvl="1" marL="612648" rtl="0" algn="l">
              <a:lnSpc>
                <a:spcPct val="90000"/>
              </a:lnSpc>
              <a:spcBef>
                <a:spcPts val="600"/>
              </a:spcBef>
              <a:spcAft>
                <a:spcPts val="0"/>
              </a:spcAft>
              <a:buClr>
                <a:schemeClr val="dk1"/>
              </a:buClr>
              <a:buSzPts val="2000"/>
              <a:buChar char="–"/>
            </a:pPr>
            <a:r>
              <a:rPr b="1" lang="en-US" sz="2000"/>
              <a:t>Organize DFD fragments into level 0 diagram</a:t>
            </a:r>
            <a:endParaRPr/>
          </a:p>
          <a:p>
            <a:pPr indent="-246888" lvl="1" marL="612648" rtl="0" algn="l">
              <a:lnSpc>
                <a:spcPct val="90000"/>
              </a:lnSpc>
              <a:spcBef>
                <a:spcPts val="600"/>
              </a:spcBef>
              <a:spcAft>
                <a:spcPts val="0"/>
              </a:spcAft>
              <a:buClr>
                <a:schemeClr val="dk1"/>
              </a:buClr>
              <a:buSzPts val="2000"/>
              <a:buChar char="–"/>
            </a:pPr>
            <a:r>
              <a:rPr b="1" lang="en-US" sz="2000"/>
              <a:t>Dcompose level 0 processes into level 1 diagrams as needed; decompose level processes into level 2 diagrams as needed;</a:t>
            </a:r>
            <a:endParaRPr/>
          </a:p>
          <a:p>
            <a:pPr indent="-246888" lvl="1" marL="612648" rtl="0" algn="l">
              <a:lnSpc>
                <a:spcPct val="90000"/>
              </a:lnSpc>
              <a:spcBef>
                <a:spcPts val="600"/>
              </a:spcBef>
              <a:spcAft>
                <a:spcPts val="0"/>
              </a:spcAft>
              <a:buClr>
                <a:schemeClr val="dk1"/>
              </a:buClr>
              <a:buSzPts val="2000"/>
              <a:buChar char="–"/>
            </a:pPr>
            <a:r>
              <a:rPr b="1" lang="en-US" sz="2000"/>
              <a:t>Validate DFDs with user to ensure completeness and correctness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41" name="Google Shape;241;p17"/>
          <p:cNvSpPr txBox="1"/>
          <p:nvPr>
            <p:ph idx="1" type="body"/>
          </p:nvPr>
        </p:nvSpPr>
        <p:spPr>
          <a:xfrm>
            <a:off x="1269876" y="1772816"/>
            <a:ext cx="4009642"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Context Diagram</a:t>
            </a:r>
            <a:endParaRPr/>
          </a:p>
          <a:p>
            <a:pPr indent="-246888" lvl="1" marL="612648" rtl="0" algn="l">
              <a:lnSpc>
                <a:spcPct val="90000"/>
              </a:lnSpc>
              <a:spcBef>
                <a:spcPts val="600"/>
              </a:spcBef>
              <a:spcAft>
                <a:spcPts val="0"/>
              </a:spcAft>
              <a:buClr>
                <a:schemeClr val="dk1"/>
              </a:buClr>
              <a:buSzPts val="2000"/>
              <a:buChar char="–"/>
            </a:pPr>
            <a:r>
              <a:rPr b="1" lang="en-US" sz="2000"/>
              <a:t>Draw one process representing the entire system(process 0)</a:t>
            </a:r>
            <a:endParaRPr/>
          </a:p>
          <a:p>
            <a:pPr indent="-246888" lvl="1" marL="612648" rtl="0" algn="l">
              <a:lnSpc>
                <a:spcPct val="90000"/>
              </a:lnSpc>
              <a:spcBef>
                <a:spcPts val="600"/>
              </a:spcBef>
              <a:spcAft>
                <a:spcPts val="0"/>
              </a:spcAft>
              <a:buClr>
                <a:schemeClr val="dk1"/>
              </a:buClr>
              <a:buSzPts val="2000"/>
              <a:buChar char="–"/>
            </a:pPr>
            <a:r>
              <a:rPr b="1" lang="en-US" sz="2000"/>
              <a:t>Find all inputs and outputs listed at the top of the use cases that come from or go to external entities; draw as data flows</a:t>
            </a:r>
            <a:endParaRPr/>
          </a:p>
          <a:p>
            <a:pPr indent="-246888" lvl="1" marL="612648" rtl="0" algn="l">
              <a:lnSpc>
                <a:spcPct val="90000"/>
              </a:lnSpc>
              <a:spcBef>
                <a:spcPts val="600"/>
              </a:spcBef>
              <a:spcAft>
                <a:spcPts val="0"/>
              </a:spcAft>
              <a:buClr>
                <a:schemeClr val="dk1"/>
              </a:buClr>
              <a:buSzPts val="2000"/>
              <a:buChar char="–"/>
            </a:pPr>
            <a:r>
              <a:rPr b="1" lang="en-US" sz="2000"/>
              <a:t>Draw in external entities as the source or destination of the data flows.</a:t>
            </a:r>
            <a:endParaRPr/>
          </a:p>
        </p:txBody>
      </p:sp>
      <p:pic>
        <p:nvPicPr>
          <p:cNvPr id="242" name="Google Shape;242;p17"/>
          <p:cNvPicPr preferRelativeResize="0"/>
          <p:nvPr/>
        </p:nvPicPr>
        <p:blipFill rotWithShape="1">
          <a:blip r:embed="rId3">
            <a:alphaModFix/>
          </a:blip>
          <a:srcRect b="0" l="0" r="0" t="0"/>
          <a:stretch/>
        </p:blipFill>
        <p:spPr>
          <a:xfrm>
            <a:off x="5230316" y="1682320"/>
            <a:ext cx="6647652" cy="405093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48" name="Google Shape;248;p18"/>
          <p:cNvSpPr txBox="1"/>
          <p:nvPr>
            <p:ph idx="1" type="body"/>
          </p:nvPr>
        </p:nvSpPr>
        <p:spPr>
          <a:xfrm>
            <a:off x="1537367" y="1772816"/>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DFD fragments</a:t>
            </a:r>
            <a:endParaRPr/>
          </a:p>
          <a:p>
            <a:pPr indent="-246888" lvl="1" marL="612648" rtl="0" algn="l">
              <a:lnSpc>
                <a:spcPct val="90000"/>
              </a:lnSpc>
              <a:spcBef>
                <a:spcPts val="600"/>
              </a:spcBef>
              <a:spcAft>
                <a:spcPts val="0"/>
              </a:spcAft>
              <a:buClr>
                <a:schemeClr val="dk1"/>
              </a:buClr>
              <a:buSzPts val="2000"/>
              <a:buChar char="–"/>
            </a:pPr>
            <a:r>
              <a:rPr b="1" lang="en-US" sz="2000"/>
              <a:t>Each use case is converted into one DFD fragment</a:t>
            </a:r>
            <a:endParaRPr/>
          </a:p>
          <a:p>
            <a:pPr indent="-246888" lvl="1" marL="612648" rtl="0" algn="l">
              <a:lnSpc>
                <a:spcPct val="90000"/>
              </a:lnSpc>
              <a:spcBef>
                <a:spcPts val="600"/>
              </a:spcBef>
              <a:spcAft>
                <a:spcPts val="0"/>
              </a:spcAft>
              <a:buClr>
                <a:schemeClr val="dk1"/>
              </a:buClr>
              <a:buSzPts val="2000"/>
              <a:buChar char="–"/>
            </a:pPr>
            <a:r>
              <a:rPr b="1" lang="en-US" sz="2000"/>
              <a:t>Number the process the same as the use case number</a:t>
            </a:r>
            <a:endParaRPr/>
          </a:p>
          <a:p>
            <a:pPr indent="-246888" lvl="1" marL="612648" rtl="0" algn="l">
              <a:lnSpc>
                <a:spcPct val="90000"/>
              </a:lnSpc>
              <a:spcBef>
                <a:spcPts val="600"/>
              </a:spcBef>
              <a:spcAft>
                <a:spcPts val="0"/>
              </a:spcAft>
              <a:buClr>
                <a:schemeClr val="dk1"/>
              </a:buClr>
              <a:buSzPts val="2000"/>
              <a:buChar char="–"/>
            </a:pPr>
            <a:r>
              <a:rPr b="1" lang="en-US" sz="2000"/>
              <a:t>Change process into verb phrase</a:t>
            </a:r>
            <a:endParaRPr/>
          </a:p>
          <a:p>
            <a:pPr indent="-246888" lvl="1" marL="612648" rtl="0" algn="l">
              <a:lnSpc>
                <a:spcPct val="90000"/>
              </a:lnSpc>
              <a:spcBef>
                <a:spcPts val="600"/>
              </a:spcBef>
              <a:spcAft>
                <a:spcPts val="0"/>
              </a:spcAft>
              <a:buClr>
                <a:schemeClr val="dk1"/>
              </a:buClr>
              <a:buSzPts val="2000"/>
              <a:buChar char="–"/>
            </a:pPr>
            <a:r>
              <a:rPr b="1" lang="en-US" sz="2000"/>
              <a:t>Design the processes from the viewpoint of the organization running the system.</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54" name="Google Shape;254;p19"/>
          <p:cNvSpPr txBox="1"/>
          <p:nvPr>
            <p:ph idx="1" type="body"/>
          </p:nvPr>
        </p:nvSpPr>
        <p:spPr>
          <a:xfrm>
            <a:off x="1537367" y="1772816"/>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DFD fragments</a:t>
            </a:r>
            <a:endParaRPr/>
          </a:p>
        </p:txBody>
      </p:sp>
      <p:pic>
        <p:nvPicPr>
          <p:cNvPr id="255" name="Google Shape;255;p19"/>
          <p:cNvPicPr preferRelativeResize="0"/>
          <p:nvPr/>
        </p:nvPicPr>
        <p:blipFill rotWithShape="1">
          <a:blip r:embed="rId3">
            <a:alphaModFix/>
          </a:blip>
          <a:srcRect b="0" l="0" r="0" t="0"/>
          <a:stretch/>
        </p:blipFill>
        <p:spPr>
          <a:xfrm>
            <a:off x="1593436" y="2204864"/>
            <a:ext cx="10188433" cy="367240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61" name="Google Shape;261;p20"/>
          <p:cNvSpPr txBox="1"/>
          <p:nvPr>
            <p:ph idx="1" type="body"/>
          </p:nvPr>
        </p:nvSpPr>
        <p:spPr>
          <a:xfrm>
            <a:off x="1537367" y="1772816"/>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DFD fragments</a:t>
            </a:r>
            <a:endParaRPr/>
          </a:p>
        </p:txBody>
      </p:sp>
      <p:pic>
        <p:nvPicPr>
          <p:cNvPr id="262" name="Google Shape;262;p20"/>
          <p:cNvPicPr preferRelativeResize="0"/>
          <p:nvPr/>
        </p:nvPicPr>
        <p:blipFill rotWithShape="1">
          <a:blip r:embed="rId3">
            <a:alphaModFix/>
          </a:blip>
          <a:srcRect b="0" l="0" r="0" t="0"/>
          <a:stretch/>
        </p:blipFill>
        <p:spPr>
          <a:xfrm>
            <a:off x="1701924" y="2132856"/>
            <a:ext cx="7772400" cy="340614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1"/>
          <p:cNvSpPr txBox="1"/>
          <p:nvPr>
            <p:ph type="title"/>
          </p:nvPr>
        </p:nvSpPr>
        <p:spPr>
          <a:xfrm>
            <a:off x="1565401" y="-387424"/>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68" name="Google Shape;268;p21"/>
          <p:cNvSpPr txBox="1"/>
          <p:nvPr>
            <p:ph idx="1" type="body"/>
          </p:nvPr>
        </p:nvSpPr>
        <p:spPr>
          <a:xfrm>
            <a:off x="1522957" y="1016732"/>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DFD fragments</a:t>
            </a:r>
            <a:endParaRPr/>
          </a:p>
        </p:txBody>
      </p:sp>
      <p:pic>
        <p:nvPicPr>
          <p:cNvPr id="269" name="Google Shape;269;p21"/>
          <p:cNvPicPr preferRelativeResize="0"/>
          <p:nvPr/>
        </p:nvPicPr>
        <p:blipFill rotWithShape="1">
          <a:blip r:embed="rId3">
            <a:alphaModFix/>
          </a:blip>
          <a:srcRect b="0" l="0" r="0" t="0"/>
          <a:stretch/>
        </p:blipFill>
        <p:spPr>
          <a:xfrm>
            <a:off x="1571614" y="1484784"/>
            <a:ext cx="7770499" cy="537321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75" name="Google Shape;275;p22"/>
          <p:cNvSpPr txBox="1"/>
          <p:nvPr>
            <p:ph idx="1" type="body"/>
          </p:nvPr>
        </p:nvSpPr>
        <p:spPr>
          <a:xfrm>
            <a:off x="1537367" y="1772816"/>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Level 0</a:t>
            </a:r>
            <a:endParaRPr/>
          </a:p>
          <a:p>
            <a:pPr indent="-246888" lvl="1" marL="612648" rtl="0" algn="l">
              <a:lnSpc>
                <a:spcPct val="90000"/>
              </a:lnSpc>
              <a:spcBef>
                <a:spcPts val="600"/>
              </a:spcBef>
              <a:spcAft>
                <a:spcPts val="0"/>
              </a:spcAft>
              <a:buClr>
                <a:schemeClr val="dk1"/>
              </a:buClr>
              <a:buSzPts val="2000"/>
              <a:buChar char="–"/>
            </a:pPr>
            <a:r>
              <a:rPr b="1" lang="en-US" sz="2000"/>
              <a:t>Combine all of the DFD fragments into one diagram.</a:t>
            </a:r>
            <a:endParaRPr/>
          </a:p>
          <a:p>
            <a:pPr indent="-246888" lvl="1" marL="612648" rtl="0" algn="l">
              <a:lnSpc>
                <a:spcPct val="90000"/>
              </a:lnSpc>
              <a:spcBef>
                <a:spcPts val="600"/>
              </a:spcBef>
              <a:spcAft>
                <a:spcPts val="0"/>
              </a:spcAft>
              <a:buClr>
                <a:schemeClr val="dk1"/>
              </a:buClr>
              <a:buSzPts val="2000"/>
              <a:buChar char="–"/>
            </a:pPr>
            <a:r>
              <a:rPr b="1" lang="en-US" sz="2000"/>
              <a:t>Move from top to bottom left to right</a:t>
            </a:r>
            <a:endParaRPr/>
          </a:p>
          <a:p>
            <a:pPr indent="-246888" lvl="1" marL="612648" rtl="0" algn="l">
              <a:lnSpc>
                <a:spcPct val="90000"/>
              </a:lnSpc>
              <a:spcBef>
                <a:spcPts val="600"/>
              </a:spcBef>
              <a:spcAft>
                <a:spcPts val="0"/>
              </a:spcAft>
              <a:buClr>
                <a:schemeClr val="dk1"/>
              </a:buClr>
              <a:buSzPts val="2000"/>
              <a:buChar char="–"/>
            </a:pPr>
            <a:r>
              <a:rPr b="1" lang="en-US" sz="2000"/>
              <a:t>Minimized corssed lines</a:t>
            </a:r>
            <a:endParaRPr/>
          </a:p>
          <a:p>
            <a:pPr indent="-246888" lvl="1" marL="612648" rtl="0" algn="l">
              <a:lnSpc>
                <a:spcPct val="90000"/>
              </a:lnSpc>
              <a:spcBef>
                <a:spcPts val="600"/>
              </a:spcBef>
              <a:spcAft>
                <a:spcPts val="0"/>
              </a:spcAft>
              <a:buClr>
                <a:schemeClr val="dk1"/>
              </a:buClr>
              <a:buSzPts val="2000"/>
              <a:buChar char="–"/>
            </a:pPr>
            <a:r>
              <a:rPr b="1" lang="en-US" sz="2000"/>
              <a:t>Iterate as needed</a:t>
            </a:r>
            <a:endParaRPr/>
          </a:p>
          <a:p>
            <a:pPr indent="-246888" lvl="1" marL="612648" rtl="0" algn="l">
              <a:lnSpc>
                <a:spcPct val="90000"/>
              </a:lnSpc>
              <a:spcBef>
                <a:spcPts val="600"/>
              </a:spcBef>
              <a:spcAft>
                <a:spcPts val="0"/>
              </a:spcAft>
              <a:buClr>
                <a:schemeClr val="dk1"/>
              </a:buClr>
              <a:buSzPts val="2000"/>
              <a:buChar char="–"/>
            </a:pPr>
            <a:r>
              <a:rPr b="1" lang="en-US" sz="2000"/>
              <a:t>DFDs are often drawn many times before being finished, even with very experienced system analyst</a:t>
            </a:r>
            <a:endParaRPr/>
          </a:p>
          <a:p>
            <a:pPr indent="-246888" lvl="1" marL="612648" rtl="0" algn="l">
              <a:lnSpc>
                <a:spcPct val="90000"/>
              </a:lnSpc>
              <a:spcBef>
                <a:spcPts val="600"/>
              </a:spcBef>
              <a:spcAft>
                <a:spcPts val="0"/>
              </a:spcAft>
              <a:buClr>
                <a:schemeClr val="dk1"/>
              </a:buClr>
              <a:buSzPts val="2000"/>
              <a:buChar char="–"/>
            </a:pPr>
            <a:r>
              <a:rPr b="1" lang="en-US" sz="2000"/>
              <a:t>System analyst draw it once to understand the pattern of processes , data flows, data stores, and external entities and then draw it a second time on a fresh sheed of paper to make it easier to understand and to reduce the numer of data flows that cross.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3"/>
          <p:cNvSpPr txBox="1"/>
          <p:nvPr>
            <p:ph type="title"/>
          </p:nvPr>
        </p:nvSpPr>
        <p:spPr>
          <a:xfrm>
            <a:off x="1593436" y="3421"/>
            <a:ext cx="9782801" cy="7813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81" name="Google Shape;281;p23"/>
          <p:cNvSpPr txBox="1"/>
          <p:nvPr>
            <p:ph idx="1" type="body"/>
          </p:nvPr>
        </p:nvSpPr>
        <p:spPr>
          <a:xfrm>
            <a:off x="1593436" y="776492"/>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Level 0</a:t>
            </a:r>
            <a:endParaRPr/>
          </a:p>
        </p:txBody>
      </p:sp>
      <p:pic>
        <p:nvPicPr>
          <p:cNvPr id="282" name="Google Shape;282;p23"/>
          <p:cNvPicPr preferRelativeResize="0"/>
          <p:nvPr/>
        </p:nvPicPr>
        <p:blipFill rotWithShape="1">
          <a:blip r:embed="rId3">
            <a:alphaModFix/>
          </a:blip>
          <a:srcRect b="0" l="0" r="0" t="0"/>
          <a:stretch/>
        </p:blipFill>
        <p:spPr>
          <a:xfrm>
            <a:off x="1845940" y="1256973"/>
            <a:ext cx="7772400" cy="560102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4"/>
          <p:cNvSpPr txBox="1"/>
          <p:nvPr>
            <p:ph type="title"/>
          </p:nvPr>
        </p:nvSpPr>
        <p:spPr>
          <a:xfrm>
            <a:off x="1593436" y="3421"/>
            <a:ext cx="9782801" cy="7813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88" name="Google Shape;288;p24"/>
          <p:cNvSpPr txBox="1"/>
          <p:nvPr>
            <p:ph idx="1" type="body"/>
          </p:nvPr>
        </p:nvSpPr>
        <p:spPr>
          <a:xfrm>
            <a:off x="1593436" y="776492"/>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Level 0</a:t>
            </a:r>
            <a:endParaRPr/>
          </a:p>
        </p:txBody>
      </p:sp>
      <p:pic>
        <p:nvPicPr>
          <p:cNvPr id="289" name="Google Shape;289;p24"/>
          <p:cNvPicPr preferRelativeResize="0"/>
          <p:nvPr/>
        </p:nvPicPr>
        <p:blipFill rotWithShape="1">
          <a:blip r:embed="rId3">
            <a:alphaModFix/>
          </a:blip>
          <a:srcRect b="0" l="0" r="0" t="0"/>
          <a:stretch/>
        </p:blipFill>
        <p:spPr>
          <a:xfrm>
            <a:off x="1845940" y="1256973"/>
            <a:ext cx="7772400" cy="560102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295" name="Google Shape;295;p25"/>
          <p:cNvSpPr txBox="1"/>
          <p:nvPr>
            <p:ph idx="1" type="body"/>
          </p:nvPr>
        </p:nvSpPr>
        <p:spPr>
          <a:xfrm>
            <a:off x="1537367" y="1772816"/>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Level 1</a:t>
            </a:r>
            <a:endParaRPr/>
          </a:p>
          <a:p>
            <a:pPr indent="-246888" lvl="1" marL="612648" rtl="0" algn="l">
              <a:lnSpc>
                <a:spcPct val="90000"/>
              </a:lnSpc>
              <a:spcBef>
                <a:spcPts val="600"/>
              </a:spcBef>
              <a:spcAft>
                <a:spcPts val="0"/>
              </a:spcAft>
              <a:buClr>
                <a:schemeClr val="dk1"/>
              </a:buClr>
              <a:buSzPts val="2000"/>
              <a:buChar char="–"/>
            </a:pPr>
            <a:r>
              <a:rPr b="1" lang="en-US" sz="2000"/>
              <a:t>Each use case is turned into its own DFD</a:t>
            </a:r>
            <a:endParaRPr/>
          </a:p>
          <a:p>
            <a:pPr indent="-246888" lvl="1" marL="612648" rtl="0" algn="l">
              <a:lnSpc>
                <a:spcPct val="90000"/>
              </a:lnSpc>
              <a:spcBef>
                <a:spcPts val="600"/>
              </a:spcBef>
              <a:spcAft>
                <a:spcPts val="0"/>
              </a:spcAft>
              <a:buClr>
                <a:schemeClr val="dk1"/>
              </a:buClr>
              <a:buSzPts val="2000"/>
              <a:buChar char="–"/>
            </a:pPr>
            <a:r>
              <a:rPr b="1" lang="en-US" sz="2000"/>
              <a:t>Take the steps listed on the use case and depict each as a process on the level DFD</a:t>
            </a:r>
            <a:endParaRPr/>
          </a:p>
          <a:p>
            <a:pPr indent="-246888" lvl="1" marL="612648" rtl="0" algn="l">
              <a:lnSpc>
                <a:spcPct val="90000"/>
              </a:lnSpc>
              <a:spcBef>
                <a:spcPts val="600"/>
              </a:spcBef>
              <a:spcAft>
                <a:spcPts val="0"/>
              </a:spcAft>
              <a:buClr>
                <a:schemeClr val="dk1"/>
              </a:buClr>
              <a:buSzPts val="2000"/>
              <a:buChar char="–"/>
            </a:pPr>
            <a:r>
              <a:rPr b="1" lang="en-US" sz="2000"/>
              <a:t>Inputs and outputs listed on use case become data flows on DFD</a:t>
            </a:r>
            <a:endParaRPr/>
          </a:p>
          <a:p>
            <a:pPr indent="-246888" lvl="1" marL="612648" rtl="0" algn="l">
              <a:lnSpc>
                <a:spcPct val="90000"/>
              </a:lnSpc>
              <a:spcBef>
                <a:spcPts val="600"/>
              </a:spcBef>
              <a:spcAft>
                <a:spcPts val="0"/>
              </a:spcAft>
              <a:buClr>
                <a:schemeClr val="dk1"/>
              </a:buClr>
              <a:buSzPts val="2000"/>
              <a:buChar char="–"/>
            </a:pPr>
            <a:r>
              <a:rPr b="1" lang="en-US" sz="2000"/>
              <a:t>Include sources and destinations of data flows to processes and stoers with in the DFD</a:t>
            </a:r>
            <a:endParaRPr/>
          </a:p>
          <a:p>
            <a:pPr indent="-246888" lvl="1" marL="612648" rtl="0" algn="l">
              <a:lnSpc>
                <a:spcPct val="90000"/>
              </a:lnSpc>
              <a:spcBef>
                <a:spcPts val="600"/>
              </a:spcBef>
              <a:spcAft>
                <a:spcPts val="0"/>
              </a:spcAft>
              <a:buClr>
                <a:schemeClr val="dk1"/>
              </a:buClr>
              <a:buSzPts val="2000"/>
              <a:buChar char="–"/>
            </a:pPr>
            <a:r>
              <a:rPr b="1" lang="en-US" sz="2000"/>
              <a:t>May also include external entires for clarity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6"/>
          <p:cNvSpPr txBox="1"/>
          <p:nvPr>
            <p:ph type="title"/>
          </p:nvPr>
        </p:nvSpPr>
        <p:spPr>
          <a:xfrm>
            <a:off x="1593436" y="3421"/>
            <a:ext cx="9782801" cy="7813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301" name="Google Shape;301;p26"/>
          <p:cNvSpPr txBox="1"/>
          <p:nvPr>
            <p:ph idx="1" type="body"/>
          </p:nvPr>
        </p:nvSpPr>
        <p:spPr>
          <a:xfrm>
            <a:off x="1593436" y="776492"/>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Level 1</a:t>
            </a:r>
            <a:endParaRPr/>
          </a:p>
        </p:txBody>
      </p:sp>
      <p:pic>
        <p:nvPicPr>
          <p:cNvPr id="302" name="Google Shape;302;p26"/>
          <p:cNvPicPr preferRelativeResize="0"/>
          <p:nvPr/>
        </p:nvPicPr>
        <p:blipFill rotWithShape="1">
          <a:blip r:embed="rId3">
            <a:alphaModFix/>
          </a:blip>
          <a:srcRect b="0" l="0" r="0" t="0"/>
          <a:stretch/>
        </p:blipFill>
        <p:spPr>
          <a:xfrm>
            <a:off x="1773932" y="1223370"/>
            <a:ext cx="7484368" cy="563120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7"/>
          <p:cNvSpPr txBox="1"/>
          <p:nvPr>
            <p:ph type="title"/>
          </p:nvPr>
        </p:nvSpPr>
        <p:spPr>
          <a:xfrm>
            <a:off x="1593436" y="3421"/>
            <a:ext cx="9782801" cy="7813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308" name="Google Shape;308;p27"/>
          <p:cNvSpPr txBox="1"/>
          <p:nvPr>
            <p:ph idx="1" type="body"/>
          </p:nvPr>
        </p:nvSpPr>
        <p:spPr>
          <a:xfrm>
            <a:off x="1593436" y="776492"/>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Level 1</a:t>
            </a:r>
            <a:endParaRPr/>
          </a:p>
        </p:txBody>
      </p:sp>
      <p:pic>
        <p:nvPicPr>
          <p:cNvPr id="309" name="Google Shape;309;p27"/>
          <p:cNvPicPr preferRelativeResize="0"/>
          <p:nvPr/>
        </p:nvPicPr>
        <p:blipFill rotWithShape="1">
          <a:blip r:embed="rId3">
            <a:alphaModFix/>
          </a:blip>
          <a:srcRect b="0" l="0" r="0" t="0"/>
          <a:stretch/>
        </p:blipFill>
        <p:spPr>
          <a:xfrm>
            <a:off x="1773932" y="1193331"/>
            <a:ext cx="7870222" cy="566124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8"/>
          <p:cNvSpPr txBox="1"/>
          <p:nvPr>
            <p:ph type="title"/>
          </p:nvPr>
        </p:nvSpPr>
        <p:spPr>
          <a:xfrm>
            <a:off x="1593436" y="3421"/>
            <a:ext cx="9782801" cy="7813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Creating Data Flow Diagrams</a:t>
            </a:r>
            <a:endParaRPr/>
          </a:p>
        </p:txBody>
      </p:sp>
      <p:sp>
        <p:nvSpPr>
          <p:cNvPr id="315" name="Google Shape;315;p28"/>
          <p:cNvSpPr txBox="1"/>
          <p:nvPr>
            <p:ph idx="1" type="body"/>
          </p:nvPr>
        </p:nvSpPr>
        <p:spPr>
          <a:xfrm>
            <a:off x="1593436" y="776492"/>
            <a:ext cx="9838870"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US" sz="2400"/>
              <a:t>Creating Level 1</a:t>
            </a:r>
            <a:endParaRPr/>
          </a:p>
        </p:txBody>
      </p:sp>
      <p:pic>
        <p:nvPicPr>
          <p:cNvPr id="316" name="Google Shape;316;p28"/>
          <p:cNvPicPr preferRelativeResize="0"/>
          <p:nvPr/>
        </p:nvPicPr>
        <p:blipFill rotWithShape="1">
          <a:blip r:embed="rId3">
            <a:alphaModFix/>
          </a:blip>
          <a:srcRect b="0" l="0" r="0" t="0"/>
          <a:stretch/>
        </p:blipFill>
        <p:spPr>
          <a:xfrm>
            <a:off x="1773932" y="1251807"/>
            <a:ext cx="9145016" cy="527098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Validating the DFD</a:t>
            </a:r>
            <a:endParaRPr/>
          </a:p>
        </p:txBody>
      </p:sp>
      <p:sp>
        <p:nvSpPr>
          <p:cNvPr id="322" name="Google Shape;322;p29"/>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400"/>
              <a:buChar char="›"/>
            </a:pPr>
            <a:r>
              <a:rPr b="1" lang="en-US" sz="2400"/>
              <a:t>Syntax errors- diagram follows the rules </a:t>
            </a:r>
            <a:endParaRPr/>
          </a:p>
          <a:p>
            <a:pPr indent="-246888" lvl="1" marL="612648" rtl="0" algn="l">
              <a:lnSpc>
                <a:spcPct val="100000"/>
              </a:lnSpc>
              <a:spcBef>
                <a:spcPts val="600"/>
              </a:spcBef>
              <a:spcAft>
                <a:spcPts val="0"/>
              </a:spcAft>
              <a:buClr>
                <a:schemeClr val="dk1"/>
              </a:buClr>
              <a:buSzPts val="2000"/>
              <a:buChar char="–"/>
            </a:pPr>
            <a:r>
              <a:rPr b="1" lang="en-US" sz="2000"/>
              <a:t>Assure correct DFD structure</a:t>
            </a:r>
            <a:endParaRPr/>
          </a:p>
          <a:p>
            <a:pPr indent="-246888" lvl="1" marL="612648" rtl="0" algn="l">
              <a:lnSpc>
                <a:spcPct val="100000"/>
              </a:lnSpc>
              <a:spcBef>
                <a:spcPts val="600"/>
              </a:spcBef>
              <a:spcAft>
                <a:spcPts val="0"/>
              </a:spcAft>
              <a:buClr>
                <a:schemeClr val="dk1"/>
              </a:buClr>
              <a:buSzPts val="2000"/>
              <a:buChar char="–"/>
            </a:pPr>
            <a:r>
              <a:rPr b="1" lang="en-US" sz="2000"/>
              <a:t>Check each process for</a:t>
            </a:r>
            <a:endParaRPr/>
          </a:p>
          <a:p>
            <a:pPr indent="-246888" lvl="2" marL="978408" rtl="0" algn="l">
              <a:lnSpc>
                <a:spcPct val="100000"/>
              </a:lnSpc>
              <a:spcBef>
                <a:spcPts val="600"/>
              </a:spcBef>
              <a:spcAft>
                <a:spcPts val="0"/>
              </a:spcAft>
              <a:buClr>
                <a:schemeClr val="dk1"/>
              </a:buClr>
              <a:buSzPts val="1600"/>
              <a:buChar char="›"/>
            </a:pPr>
            <a:r>
              <a:rPr b="1" lang="en-US" sz="1600"/>
              <a:t>A unique name: action verb phrase; number description</a:t>
            </a:r>
            <a:endParaRPr/>
          </a:p>
          <a:p>
            <a:pPr indent="-246888" lvl="2" marL="978408" rtl="0" algn="l">
              <a:lnSpc>
                <a:spcPct val="100000"/>
              </a:lnSpc>
              <a:spcBef>
                <a:spcPts val="600"/>
              </a:spcBef>
              <a:spcAft>
                <a:spcPts val="0"/>
              </a:spcAft>
              <a:buClr>
                <a:schemeClr val="dk1"/>
              </a:buClr>
              <a:buSzPts val="1600"/>
              <a:buChar char="›"/>
            </a:pPr>
            <a:r>
              <a:rPr b="1" lang="en-US" sz="1600"/>
              <a:t>At least one input data flow</a:t>
            </a:r>
            <a:endParaRPr/>
          </a:p>
          <a:p>
            <a:pPr indent="-246888" lvl="2" marL="978408" rtl="0" algn="l">
              <a:lnSpc>
                <a:spcPct val="100000"/>
              </a:lnSpc>
              <a:spcBef>
                <a:spcPts val="600"/>
              </a:spcBef>
              <a:spcAft>
                <a:spcPts val="0"/>
              </a:spcAft>
              <a:buClr>
                <a:schemeClr val="dk1"/>
              </a:buClr>
              <a:buSzPts val="1600"/>
              <a:buChar char="›"/>
            </a:pPr>
            <a:r>
              <a:rPr b="1" lang="en-US" sz="1600"/>
              <a:t>At least one output data flow</a:t>
            </a:r>
            <a:endParaRPr/>
          </a:p>
          <a:p>
            <a:pPr indent="-246888" lvl="2" marL="978408" rtl="0" algn="l">
              <a:lnSpc>
                <a:spcPct val="100000"/>
              </a:lnSpc>
              <a:spcBef>
                <a:spcPts val="600"/>
              </a:spcBef>
              <a:spcAft>
                <a:spcPts val="0"/>
              </a:spcAft>
              <a:buClr>
                <a:schemeClr val="dk1"/>
              </a:buClr>
              <a:buSzPts val="1600"/>
              <a:buChar char="›"/>
            </a:pPr>
            <a:r>
              <a:rPr b="1" lang="en-US" sz="1600"/>
              <a:t>Output data flow names usually different than input data flow name</a:t>
            </a:r>
            <a:endParaRPr/>
          </a:p>
          <a:p>
            <a:pPr indent="-246888" lvl="2" marL="978408" rtl="0" algn="l">
              <a:lnSpc>
                <a:spcPct val="100000"/>
              </a:lnSpc>
              <a:spcBef>
                <a:spcPts val="600"/>
              </a:spcBef>
              <a:spcAft>
                <a:spcPts val="0"/>
              </a:spcAft>
              <a:buClr>
                <a:schemeClr val="dk1"/>
              </a:buClr>
              <a:buSzPts val="1600"/>
              <a:buChar char="›"/>
            </a:pPr>
            <a:r>
              <a:rPr b="1" lang="en-US" sz="1600"/>
              <a:t>Between 3 to 7 processes per DFD</a:t>
            </a:r>
            <a:endParaRPr/>
          </a:p>
          <a:p>
            <a:pPr indent="-246888" lvl="1" marL="612648" rtl="0" algn="l">
              <a:lnSpc>
                <a:spcPct val="100000"/>
              </a:lnSpc>
              <a:spcBef>
                <a:spcPts val="600"/>
              </a:spcBef>
              <a:spcAft>
                <a:spcPts val="0"/>
              </a:spcAft>
              <a:buClr>
                <a:schemeClr val="dk1"/>
              </a:buClr>
              <a:buSzPts val="2000"/>
              <a:buChar char="–"/>
            </a:pPr>
            <a:r>
              <a:rPr b="1" lang="en-US" sz="2000"/>
              <a:t>Check each data flow for</a:t>
            </a:r>
            <a:endParaRPr/>
          </a:p>
          <a:p>
            <a:pPr indent="-246888" lvl="2" marL="978408" rtl="0" algn="l">
              <a:lnSpc>
                <a:spcPct val="100000"/>
              </a:lnSpc>
              <a:spcBef>
                <a:spcPts val="600"/>
              </a:spcBef>
              <a:spcAft>
                <a:spcPts val="0"/>
              </a:spcAft>
              <a:buClr>
                <a:schemeClr val="dk1"/>
              </a:buClr>
              <a:buSzPts val="1600"/>
              <a:buChar char="›"/>
            </a:pPr>
            <a:r>
              <a:rPr b="1" lang="en-US" sz="1600"/>
              <a:t>A unique name: noun; description</a:t>
            </a:r>
            <a:endParaRPr/>
          </a:p>
          <a:p>
            <a:pPr indent="-246888" lvl="2" marL="978408" rtl="0" algn="l">
              <a:lnSpc>
                <a:spcPct val="100000"/>
              </a:lnSpc>
              <a:spcBef>
                <a:spcPts val="600"/>
              </a:spcBef>
              <a:spcAft>
                <a:spcPts val="0"/>
              </a:spcAft>
              <a:buClr>
                <a:schemeClr val="dk1"/>
              </a:buClr>
              <a:buSzPts val="1600"/>
              <a:buChar char="›"/>
            </a:pPr>
            <a:r>
              <a:rPr b="1" lang="en-US" sz="1600"/>
              <a:t>Connects to at least one process</a:t>
            </a:r>
            <a:endParaRPr/>
          </a:p>
          <a:p>
            <a:pPr indent="-246888" lvl="2" marL="978408" rtl="0" algn="l">
              <a:lnSpc>
                <a:spcPct val="100000"/>
              </a:lnSpc>
              <a:spcBef>
                <a:spcPts val="600"/>
              </a:spcBef>
              <a:spcAft>
                <a:spcPts val="0"/>
              </a:spcAft>
              <a:buClr>
                <a:schemeClr val="dk1"/>
              </a:buClr>
              <a:buSzPts val="1600"/>
              <a:buChar char="›"/>
            </a:pPr>
            <a:r>
              <a:rPr b="1" lang="en-US" sz="1600"/>
              <a:t>Shown only one direction (no two headed arrow)</a:t>
            </a:r>
            <a:endParaRPr/>
          </a:p>
          <a:p>
            <a:pPr indent="-246888" lvl="2" marL="978408" rtl="0" algn="l">
              <a:lnSpc>
                <a:spcPct val="100000"/>
              </a:lnSpc>
              <a:spcBef>
                <a:spcPts val="600"/>
              </a:spcBef>
              <a:spcAft>
                <a:spcPts val="0"/>
              </a:spcAft>
              <a:buClr>
                <a:schemeClr val="dk1"/>
              </a:buClr>
              <a:buSzPts val="1600"/>
              <a:buChar char="›"/>
            </a:pPr>
            <a:r>
              <a:rPr b="1" lang="en-US" sz="1600"/>
              <a:t>A minimum number of crossed lines</a:t>
            </a:r>
            <a:endParaRPr/>
          </a:p>
          <a:p>
            <a:pPr indent="-145288" lvl="2" marL="978408" rtl="0" algn="l">
              <a:lnSpc>
                <a:spcPct val="100000"/>
              </a:lnSpc>
              <a:spcBef>
                <a:spcPts val="600"/>
              </a:spcBef>
              <a:spcAft>
                <a:spcPts val="0"/>
              </a:spcAft>
              <a:buClr>
                <a:schemeClr val="dk1"/>
              </a:buClr>
              <a:buSzPts val="1600"/>
              <a:buNone/>
            </a:pPr>
            <a:r>
              <a:t/>
            </a:r>
            <a:endParaRPr sz="1600"/>
          </a:p>
          <a:p>
            <a:pPr indent="-94488" lvl="0" marL="246888" rtl="0" algn="l">
              <a:lnSpc>
                <a:spcPct val="90000"/>
              </a:lnSpc>
              <a:spcBef>
                <a:spcPts val="1400"/>
              </a:spcBef>
              <a:spcAft>
                <a:spcPts val="0"/>
              </a:spcAft>
              <a:buClr>
                <a:schemeClr val="dk1"/>
              </a:buClr>
              <a:buSzPts val="2400"/>
              <a:buNone/>
            </a:pPr>
            <a:r>
              <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Validating the DFD</a:t>
            </a:r>
            <a:endParaRPr/>
          </a:p>
        </p:txBody>
      </p:sp>
      <p:sp>
        <p:nvSpPr>
          <p:cNvPr id="328" name="Google Shape;328;p30"/>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400"/>
              <a:buChar char="›"/>
            </a:pPr>
            <a:r>
              <a:rPr b="1" lang="en-US" sz="2400"/>
              <a:t>Syntax errors- diagram follows the rules </a:t>
            </a:r>
            <a:endParaRPr/>
          </a:p>
          <a:p>
            <a:pPr indent="-246888" lvl="1" marL="612648" rtl="0" algn="l">
              <a:lnSpc>
                <a:spcPct val="100000"/>
              </a:lnSpc>
              <a:spcBef>
                <a:spcPts val="600"/>
              </a:spcBef>
              <a:spcAft>
                <a:spcPts val="0"/>
              </a:spcAft>
              <a:buClr>
                <a:schemeClr val="dk1"/>
              </a:buClr>
              <a:buSzPts val="2000"/>
              <a:buChar char="–"/>
            </a:pPr>
            <a:r>
              <a:rPr b="1" lang="en-US" sz="2000"/>
              <a:t>Check each data store for for</a:t>
            </a:r>
            <a:endParaRPr/>
          </a:p>
          <a:p>
            <a:pPr indent="-246888" lvl="2" marL="978408" rtl="0" algn="l">
              <a:lnSpc>
                <a:spcPct val="100000"/>
              </a:lnSpc>
              <a:spcBef>
                <a:spcPts val="600"/>
              </a:spcBef>
              <a:spcAft>
                <a:spcPts val="0"/>
              </a:spcAft>
              <a:buClr>
                <a:schemeClr val="dk1"/>
              </a:buClr>
              <a:buSzPts val="1600"/>
              <a:buChar char="›"/>
            </a:pPr>
            <a:r>
              <a:rPr b="1" lang="en-US" sz="1600"/>
              <a:t>A unique name: noun; description</a:t>
            </a:r>
            <a:endParaRPr/>
          </a:p>
          <a:p>
            <a:pPr indent="-246888" lvl="2" marL="978408" rtl="0" algn="l">
              <a:lnSpc>
                <a:spcPct val="100000"/>
              </a:lnSpc>
              <a:spcBef>
                <a:spcPts val="600"/>
              </a:spcBef>
              <a:spcAft>
                <a:spcPts val="0"/>
              </a:spcAft>
              <a:buClr>
                <a:schemeClr val="dk1"/>
              </a:buClr>
              <a:buSzPts val="1600"/>
              <a:buChar char="›"/>
            </a:pPr>
            <a:r>
              <a:rPr b="1" lang="en-US" sz="1600"/>
              <a:t>At least one input data flow</a:t>
            </a:r>
            <a:endParaRPr/>
          </a:p>
          <a:p>
            <a:pPr indent="-246888" lvl="2" marL="978408" rtl="0" algn="l">
              <a:lnSpc>
                <a:spcPct val="100000"/>
              </a:lnSpc>
              <a:spcBef>
                <a:spcPts val="600"/>
              </a:spcBef>
              <a:spcAft>
                <a:spcPts val="0"/>
              </a:spcAft>
              <a:buClr>
                <a:schemeClr val="dk1"/>
              </a:buClr>
              <a:buSzPts val="1600"/>
              <a:buChar char="›"/>
            </a:pPr>
            <a:r>
              <a:rPr b="1" lang="en-US" sz="1600"/>
              <a:t>At least one output data flow</a:t>
            </a:r>
            <a:endParaRPr/>
          </a:p>
          <a:p>
            <a:pPr indent="-246888" lvl="1" marL="612648" rtl="0" algn="l">
              <a:lnSpc>
                <a:spcPct val="100000"/>
              </a:lnSpc>
              <a:spcBef>
                <a:spcPts val="600"/>
              </a:spcBef>
              <a:spcAft>
                <a:spcPts val="0"/>
              </a:spcAft>
              <a:buClr>
                <a:schemeClr val="dk1"/>
              </a:buClr>
              <a:buSzPts val="2000"/>
              <a:buChar char="–"/>
            </a:pPr>
            <a:r>
              <a:rPr b="1" lang="en-US" sz="2000"/>
              <a:t>Check each external entity for</a:t>
            </a:r>
            <a:endParaRPr/>
          </a:p>
          <a:p>
            <a:pPr indent="-246888" lvl="2" marL="978408" rtl="0" algn="l">
              <a:lnSpc>
                <a:spcPct val="100000"/>
              </a:lnSpc>
              <a:spcBef>
                <a:spcPts val="600"/>
              </a:spcBef>
              <a:spcAft>
                <a:spcPts val="0"/>
              </a:spcAft>
              <a:buClr>
                <a:schemeClr val="dk1"/>
              </a:buClr>
              <a:buSzPts val="1600"/>
              <a:buChar char="›"/>
            </a:pPr>
            <a:r>
              <a:rPr b="1" lang="en-US" sz="1600"/>
              <a:t>A unique name: noun; description</a:t>
            </a:r>
            <a:endParaRPr/>
          </a:p>
          <a:p>
            <a:pPr indent="-246888" lvl="2" marL="978408" rtl="0" algn="l">
              <a:lnSpc>
                <a:spcPct val="100000"/>
              </a:lnSpc>
              <a:spcBef>
                <a:spcPts val="600"/>
              </a:spcBef>
              <a:spcAft>
                <a:spcPts val="0"/>
              </a:spcAft>
              <a:buClr>
                <a:schemeClr val="dk1"/>
              </a:buClr>
              <a:buSzPts val="1600"/>
              <a:buChar char="›"/>
            </a:pPr>
            <a:r>
              <a:rPr b="1" lang="en-US" sz="1600"/>
              <a:t>At least one input or ougput data flow</a:t>
            </a:r>
            <a:endParaRPr/>
          </a:p>
          <a:p>
            <a:pPr indent="-246888" lvl="0" marL="246888" rtl="0" algn="l">
              <a:lnSpc>
                <a:spcPct val="100000"/>
              </a:lnSpc>
              <a:spcBef>
                <a:spcPts val="1400"/>
              </a:spcBef>
              <a:spcAft>
                <a:spcPts val="0"/>
              </a:spcAft>
              <a:buClr>
                <a:schemeClr val="dk1"/>
              </a:buClr>
              <a:buSzPts val="2400"/>
              <a:buChar char="›"/>
            </a:pPr>
            <a:r>
              <a:rPr b="1" lang="en-US" sz="2400"/>
              <a:t>Context diagram</a:t>
            </a:r>
            <a:endParaRPr/>
          </a:p>
          <a:p>
            <a:pPr indent="-246888" lvl="1" marL="612648" rtl="0" algn="l">
              <a:lnSpc>
                <a:spcPct val="100000"/>
              </a:lnSpc>
              <a:spcBef>
                <a:spcPts val="600"/>
              </a:spcBef>
              <a:spcAft>
                <a:spcPts val="0"/>
              </a:spcAft>
              <a:buClr>
                <a:schemeClr val="dk1"/>
              </a:buClr>
              <a:buSzPts val="2000"/>
              <a:buChar char="–"/>
            </a:pPr>
            <a:r>
              <a:rPr b="1" lang="en-US" sz="2000"/>
              <a:t>Every set of DFDs must have one Context Diagram</a:t>
            </a:r>
            <a:endParaRPr/>
          </a:p>
          <a:p>
            <a:pPr indent="-246888" lvl="0" marL="246888" rtl="0" algn="l">
              <a:lnSpc>
                <a:spcPct val="100000"/>
              </a:lnSpc>
              <a:spcBef>
                <a:spcPts val="1400"/>
              </a:spcBef>
              <a:spcAft>
                <a:spcPts val="0"/>
              </a:spcAft>
              <a:buClr>
                <a:schemeClr val="dk1"/>
              </a:buClr>
              <a:buSzPts val="2400"/>
              <a:buChar char="›"/>
            </a:pPr>
            <a:r>
              <a:rPr b="1" lang="en-US" sz="2400"/>
              <a:t>View Point</a:t>
            </a:r>
            <a:endParaRPr/>
          </a:p>
          <a:p>
            <a:pPr indent="-246888" lvl="1" marL="612648" rtl="0" algn="l">
              <a:lnSpc>
                <a:spcPct val="100000"/>
              </a:lnSpc>
              <a:spcBef>
                <a:spcPts val="600"/>
              </a:spcBef>
              <a:spcAft>
                <a:spcPts val="0"/>
              </a:spcAft>
              <a:buClr>
                <a:schemeClr val="dk1"/>
              </a:buClr>
              <a:buSzPts val="2000"/>
              <a:buChar char="–"/>
            </a:pPr>
            <a:r>
              <a:rPr b="1" lang="en-US" sz="2000"/>
              <a:t>There is a consistent viewpoint for the entire set of DFDs</a:t>
            </a:r>
            <a:endParaRPr/>
          </a:p>
          <a:p>
            <a:pPr indent="-170688" lvl="2" marL="978408" rtl="0" algn="l">
              <a:lnSpc>
                <a:spcPct val="100000"/>
              </a:lnSpc>
              <a:spcBef>
                <a:spcPts val="600"/>
              </a:spcBef>
              <a:spcAft>
                <a:spcPts val="0"/>
              </a:spcAft>
              <a:buClr>
                <a:schemeClr val="dk1"/>
              </a:buClr>
              <a:buSzPts val="1200"/>
              <a:buNone/>
            </a:pPr>
            <a:r>
              <a:t/>
            </a:r>
            <a:endParaRPr sz="1200"/>
          </a:p>
          <a:p>
            <a:pPr indent="-94488" lvl="0" marL="246888" rtl="0" algn="l">
              <a:lnSpc>
                <a:spcPct val="90000"/>
              </a:lnSpc>
              <a:spcBef>
                <a:spcPts val="1400"/>
              </a:spcBef>
              <a:spcAft>
                <a:spcPts val="0"/>
              </a:spcAft>
              <a:buClr>
                <a:schemeClr val="dk1"/>
              </a:buClr>
              <a:buSzPts val="2400"/>
              <a:buNone/>
            </a:pPr>
            <a:r>
              <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Validating the DFD</a:t>
            </a:r>
            <a:endParaRPr/>
          </a:p>
        </p:txBody>
      </p:sp>
      <p:sp>
        <p:nvSpPr>
          <p:cNvPr id="334" name="Google Shape;334;p31"/>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400"/>
              <a:buChar char="›"/>
            </a:pPr>
            <a:r>
              <a:rPr b="1" lang="en-US" sz="2400"/>
              <a:t>Decomposition</a:t>
            </a:r>
            <a:endParaRPr/>
          </a:p>
          <a:p>
            <a:pPr indent="-246888" lvl="1" marL="612648" rtl="0" algn="l">
              <a:lnSpc>
                <a:spcPct val="100000"/>
              </a:lnSpc>
              <a:spcBef>
                <a:spcPts val="600"/>
              </a:spcBef>
              <a:spcAft>
                <a:spcPts val="0"/>
              </a:spcAft>
              <a:buClr>
                <a:schemeClr val="dk1"/>
              </a:buClr>
              <a:buSzPts val="2000"/>
              <a:buChar char="–"/>
            </a:pPr>
            <a:r>
              <a:rPr b="1" lang="en-US" sz="2000"/>
              <a:t>Every process is wholly and complete described by the processes on its children DFDs.</a:t>
            </a:r>
            <a:endParaRPr/>
          </a:p>
          <a:p>
            <a:pPr indent="-246888" lvl="0" marL="246888" rtl="0" algn="l">
              <a:lnSpc>
                <a:spcPct val="100000"/>
              </a:lnSpc>
              <a:spcBef>
                <a:spcPts val="1400"/>
              </a:spcBef>
              <a:spcAft>
                <a:spcPts val="0"/>
              </a:spcAft>
              <a:buClr>
                <a:schemeClr val="dk1"/>
              </a:buClr>
              <a:buSzPts val="2400"/>
              <a:buChar char="›"/>
            </a:pPr>
            <a:r>
              <a:rPr b="1" lang="en-US" sz="2400"/>
              <a:t>Balance</a:t>
            </a:r>
            <a:endParaRPr/>
          </a:p>
          <a:p>
            <a:pPr indent="-246888" lvl="1" marL="612648" rtl="0" algn="l">
              <a:lnSpc>
                <a:spcPct val="100000"/>
              </a:lnSpc>
              <a:spcBef>
                <a:spcPts val="600"/>
              </a:spcBef>
              <a:spcAft>
                <a:spcPts val="0"/>
              </a:spcAft>
              <a:buClr>
                <a:schemeClr val="dk1"/>
              </a:buClr>
              <a:buSzPts val="2000"/>
              <a:buChar char="–"/>
            </a:pPr>
            <a:r>
              <a:rPr b="1" lang="en-US" sz="2000"/>
              <a:t>Every data flow, data store, external entity on a higher level DFD is whown on the lower level DFD that decomposes it. No data stores, data flows appear on the lower level DFDs that do not appear on the their parent DFD.</a:t>
            </a:r>
            <a:endParaRPr/>
          </a:p>
          <a:p>
            <a:pPr indent="-94488" lvl="0" marL="246888" rtl="0" algn="l">
              <a:lnSpc>
                <a:spcPct val="90000"/>
              </a:lnSpc>
              <a:spcBef>
                <a:spcPts val="1400"/>
              </a:spcBef>
              <a:spcAft>
                <a:spcPts val="0"/>
              </a:spcAft>
              <a:buClr>
                <a:schemeClr val="dk1"/>
              </a:buClr>
              <a:buSzPts val="2400"/>
              <a:buNone/>
            </a:pPr>
            <a:r>
              <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Validating the DFD</a:t>
            </a:r>
            <a:endParaRPr/>
          </a:p>
        </p:txBody>
      </p:sp>
      <p:sp>
        <p:nvSpPr>
          <p:cNvPr id="340" name="Google Shape;340;p32"/>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400"/>
              <a:buChar char="›"/>
            </a:pPr>
            <a:r>
              <a:rPr b="1" lang="en-US" sz="2400"/>
              <a:t>Semantic Error</a:t>
            </a:r>
            <a:endParaRPr/>
          </a:p>
          <a:p>
            <a:pPr indent="-246888" lvl="1" marL="612648" rtl="0" algn="l">
              <a:lnSpc>
                <a:spcPct val="100000"/>
              </a:lnSpc>
              <a:spcBef>
                <a:spcPts val="600"/>
              </a:spcBef>
              <a:spcAft>
                <a:spcPts val="0"/>
              </a:spcAft>
              <a:buClr>
                <a:schemeClr val="dk1"/>
              </a:buClr>
              <a:buSzPts val="2000"/>
              <a:buChar char="–"/>
            </a:pPr>
            <a:r>
              <a:rPr b="1" lang="en-US" sz="2000"/>
              <a:t>Diagram conveys correct meaning</a:t>
            </a:r>
            <a:endParaRPr/>
          </a:p>
          <a:p>
            <a:pPr indent="-246888" lvl="1" marL="612648" rtl="0" algn="l">
              <a:lnSpc>
                <a:spcPct val="100000"/>
              </a:lnSpc>
              <a:spcBef>
                <a:spcPts val="600"/>
              </a:spcBef>
              <a:spcAft>
                <a:spcPts val="0"/>
              </a:spcAft>
              <a:buClr>
                <a:schemeClr val="dk1"/>
              </a:buClr>
              <a:buSzPts val="2000"/>
              <a:buChar char="–"/>
            </a:pPr>
            <a:r>
              <a:rPr b="1" lang="en-US" sz="2000"/>
              <a:t>Assure accuracy of DFD relative to actual/desired business processes.</a:t>
            </a:r>
            <a:endParaRPr/>
          </a:p>
          <a:p>
            <a:pPr indent="-246888" lvl="1" marL="612648" rtl="0" algn="l">
              <a:lnSpc>
                <a:spcPct val="100000"/>
              </a:lnSpc>
              <a:spcBef>
                <a:spcPts val="600"/>
              </a:spcBef>
              <a:spcAft>
                <a:spcPts val="0"/>
              </a:spcAft>
              <a:buClr>
                <a:schemeClr val="dk1"/>
              </a:buClr>
              <a:buSzPts val="2000"/>
              <a:buChar char="–"/>
            </a:pPr>
            <a:r>
              <a:rPr b="1" lang="en-US" sz="2000"/>
              <a:t>To verify correct representation, use </a:t>
            </a:r>
            <a:endParaRPr/>
          </a:p>
          <a:p>
            <a:pPr indent="-246888" lvl="2" marL="978408" rtl="0" algn="l">
              <a:lnSpc>
                <a:spcPct val="100000"/>
              </a:lnSpc>
              <a:spcBef>
                <a:spcPts val="600"/>
              </a:spcBef>
              <a:spcAft>
                <a:spcPts val="0"/>
              </a:spcAft>
              <a:buClr>
                <a:schemeClr val="dk1"/>
              </a:buClr>
              <a:buSzPts val="1600"/>
              <a:buChar char="›"/>
            </a:pPr>
            <a:r>
              <a:rPr b="1" lang="en-US" sz="1600"/>
              <a:t>User walkthroughs</a:t>
            </a:r>
            <a:endParaRPr/>
          </a:p>
          <a:p>
            <a:pPr indent="-246888" lvl="2" marL="978408" rtl="0" algn="l">
              <a:lnSpc>
                <a:spcPct val="100000"/>
              </a:lnSpc>
              <a:spcBef>
                <a:spcPts val="600"/>
              </a:spcBef>
              <a:spcAft>
                <a:spcPts val="0"/>
              </a:spcAft>
              <a:buClr>
                <a:schemeClr val="dk1"/>
              </a:buClr>
              <a:buSzPts val="1600"/>
              <a:buChar char="›"/>
            </a:pPr>
            <a:r>
              <a:rPr b="1" lang="en-US" sz="1600"/>
              <a:t>Role-play processes</a:t>
            </a:r>
            <a:endParaRPr/>
          </a:p>
          <a:p>
            <a:pPr indent="-246888" lvl="1" marL="612648" rtl="0" algn="l">
              <a:lnSpc>
                <a:spcPct val="100000"/>
              </a:lnSpc>
              <a:spcBef>
                <a:spcPts val="600"/>
              </a:spcBef>
              <a:spcAft>
                <a:spcPts val="0"/>
              </a:spcAft>
              <a:buClr>
                <a:schemeClr val="dk1"/>
              </a:buClr>
              <a:buSzPts val="2000"/>
              <a:buChar char="–"/>
            </a:pPr>
            <a:r>
              <a:rPr b="1" lang="en-US" sz="2000"/>
              <a:t>Examine lowest level DFDs to ensure consistent decomposition</a:t>
            </a:r>
            <a:endParaRPr/>
          </a:p>
          <a:p>
            <a:pPr indent="-246888" lvl="1" marL="612648" rtl="0" algn="l">
              <a:lnSpc>
                <a:spcPct val="100000"/>
              </a:lnSpc>
              <a:spcBef>
                <a:spcPts val="600"/>
              </a:spcBef>
              <a:spcAft>
                <a:spcPts val="0"/>
              </a:spcAft>
              <a:buClr>
                <a:schemeClr val="dk1"/>
              </a:buClr>
              <a:buSzPts val="2000"/>
              <a:buChar char="–"/>
            </a:pPr>
            <a:r>
              <a:rPr b="1" lang="en-US" sz="2000"/>
              <a:t>Examine. Names carefully to ensure consistent use of terms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Exercise of DFD</a:t>
            </a:r>
            <a:endParaRPr/>
          </a:p>
        </p:txBody>
      </p:sp>
      <p:sp>
        <p:nvSpPr>
          <p:cNvPr id="346" name="Google Shape;346;p33"/>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000"/>
              <a:buChar char="›"/>
            </a:pPr>
            <a:r>
              <a:rPr b="1" lang="en-US" sz="2000"/>
              <a:t>Using the example of a retail clothing store in a mall, list relevant data flows, data stores, processes, and sources/sinks. Observe several sales transactions – Goods sold, log  goods inventory, sales log and generate management reports and those reports for store manager. Customer will make payment and get receipt from the mall. Draw a context diagram and a level-0 diagram that represent the selling system at the store. Explain why you chose certain elements as processes versus sources/sinks.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Exercise of DFD</a:t>
            </a:r>
            <a:endParaRPr/>
          </a:p>
        </p:txBody>
      </p:sp>
      <p:sp>
        <p:nvSpPr>
          <p:cNvPr id="352" name="Google Shape;352;p34"/>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000"/>
              <a:buChar char="›"/>
            </a:pPr>
            <a:r>
              <a:rPr b="1" lang="en-US" sz="2000"/>
              <a:t>Suggested context diagram</a:t>
            </a:r>
            <a:endParaRPr/>
          </a:p>
        </p:txBody>
      </p:sp>
      <p:pic>
        <p:nvPicPr>
          <p:cNvPr id="353" name="Google Shape;353;p34"/>
          <p:cNvPicPr preferRelativeResize="0"/>
          <p:nvPr/>
        </p:nvPicPr>
        <p:blipFill rotWithShape="1">
          <a:blip r:embed="rId3">
            <a:alphaModFix/>
          </a:blip>
          <a:srcRect b="0" l="0" r="0" t="0"/>
          <a:stretch/>
        </p:blipFill>
        <p:spPr>
          <a:xfrm>
            <a:off x="1589879" y="2513788"/>
            <a:ext cx="9690476" cy="208299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5"/>
          <p:cNvSpPr txBox="1"/>
          <p:nvPr>
            <p:ph type="title"/>
          </p:nvPr>
        </p:nvSpPr>
        <p:spPr>
          <a:xfrm>
            <a:off x="1593436" y="1"/>
            <a:ext cx="9782801" cy="548679"/>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343F49"/>
              </a:buClr>
              <a:buSzPct val="100000"/>
              <a:buFont typeface="Arial"/>
              <a:buNone/>
            </a:pPr>
            <a:r>
              <a:rPr lang="en-US"/>
              <a:t>Exercise of DFD</a:t>
            </a:r>
            <a:endParaRPr/>
          </a:p>
        </p:txBody>
      </p:sp>
      <p:sp>
        <p:nvSpPr>
          <p:cNvPr id="359" name="Google Shape;359;p35"/>
          <p:cNvSpPr txBox="1"/>
          <p:nvPr>
            <p:ph idx="1" type="body"/>
          </p:nvPr>
        </p:nvSpPr>
        <p:spPr>
          <a:xfrm>
            <a:off x="1583646" y="548680"/>
            <a:ext cx="1414422" cy="792088"/>
          </a:xfrm>
          <a:prstGeom prst="rect">
            <a:avLst/>
          </a:prstGeom>
          <a:noFill/>
          <a:ln>
            <a:noFill/>
          </a:ln>
        </p:spPr>
        <p:txBody>
          <a:bodyPr anchorCtr="0" anchor="t" bIns="45700" lIns="91425" spcFirstLastPara="1" rIns="91425" wrap="square" tIns="45700">
            <a:normAutofit fontScale="92500"/>
          </a:bodyPr>
          <a:lstStyle/>
          <a:p>
            <a:pPr indent="-246888" lvl="0" marL="246888" rtl="0" algn="l">
              <a:lnSpc>
                <a:spcPct val="100000"/>
              </a:lnSpc>
              <a:spcBef>
                <a:spcPts val="0"/>
              </a:spcBef>
              <a:spcAft>
                <a:spcPts val="0"/>
              </a:spcAft>
              <a:buClr>
                <a:schemeClr val="dk1"/>
              </a:buClr>
              <a:buSzPct val="100000"/>
              <a:buChar char="›"/>
            </a:pPr>
            <a:r>
              <a:rPr b="1" lang="en-US" sz="2000"/>
              <a:t>Level 0 Diagram</a:t>
            </a:r>
            <a:endParaRPr/>
          </a:p>
        </p:txBody>
      </p:sp>
      <p:pic>
        <p:nvPicPr>
          <p:cNvPr id="360" name="Google Shape;360;p35"/>
          <p:cNvPicPr preferRelativeResize="0"/>
          <p:nvPr/>
        </p:nvPicPr>
        <p:blipFill rotWithShape="1">
          <a:blip r:embed="rId3">
            <a:alphaModFix/>
          </a:blip>
          <a:srcRect b="0" l="0" r="0" t="0"/>
          <a:stretch/>
        </p:blipFill>
        <p:spPr>
          <a:xfrm>
            <a:off x="3358108" y="604345"/>
            <a:ext cx="8223368" cy="61043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Exercise of DFD</a:t>
            </a:r>
            <a:endParaRPr/>
          </a:p>
        </p:txBody>
      </p:sp>
      <p:sp>
        <p:nvSpPr>
          <p:cNvPr id="366" name="Google Shape;366;p36"/>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100000"/>
              </a:lnSpc>
              <a:spcBef>
                <a:spcPts val="0"/>
              </a:spcBef>
              <a:spcAft>
                <a:spcPts val="0"/>
              </a:spcAft>
              <a:buClr>
                <a:schemeClr val="dk1"/>
              </a:buClr>
              <a:buSzPts val="2100"/>
              <a:buChar char="›"/>
            </a:pPr>
            <a:r>
              <a:rPr b="1" lang="en-US" sz="2100"/>
              <a:t>Starting with a context diagram, draw as many nested DFDs as you consider necessary to represent all the details of the employee hiring system described in the following narrative. You must draw at least a context and a level-0 diagram. In drawing these diagrams, if you discover that the narrative is incomplete, make up reasonable explanations to complete the story. Supply these extra explanations along with the diagrams.</a:t>
            </a:r>
            <a:endParaRPr/>
          </a:p>
          <a:p>
            <a:pPr indent="-246888" lvl="0" marL="246888" rtl="0" algn="l">
              <a:lnSpc>
                <a:spcPct val="100000"/>
              </a:lnSpc>
              <a:spcBef>
                <a:spcPts val="1400"/>
              </a:spcBef>
              <a:spcAft>
                <a:spcPts val="0"/>
              </a:spcAft>
              <a:buClr>
                <a:schemeClr val="dk1"/>
              </a:buClr>
              <a:buSzPts val="2100"/>
              <a:buChar char="›"/>
            </a:pPr>
            <a:r>
              <a:rPr b="1" lang="en-US" sz="2100"/>
              <a:t>Applicant </a:t>
            </a:r>
            <a:endParaRPr/>
          </a:p>
          <a:p>
            <a:pPr indent="-246888" lvl="1" marL="612648" rtl="0" algn="l">
              <a:lnSpc>
                <a:spcPct val="100000"/>
              </a:lnSpc>
              <a:spcBef>
                <a:spcPts val="600"/>
              </a:spcBef>
              <a:spcAft>
                <a:spcPts val="0"/>
              </a:spcAft>
              <a:buClr>
                <a:schemeClr val="dk1"/>
              </a:buClr>
              <a:buSzPts val="1700"/>
              <a:buChar char="–"/>
            </a:pPr>
            <a:r>
              <a:rPr b="1" lang="en-US" sz="1700"/>
              <a:t>Fill up - Non discloser form, a completed application</a:t>
            </a:r>
            <a:endParaRPr/>
          </a:p>
          <a:p>
            <a:pPr indent="-246888" lvl="1" marL="612648" rtl="0" algn="l">
              <a:lnSpc>
                <a:spcPct val="100000"/>
              </a:lnSpc>
              <a:spcBef>
                <a:spcPts val="600"/>
              </a:spcBef>
              <a:spcAft>
                <a:spcPts val="0"/>
              </a:spcAft>
              <a:buClr>
                <a:schemeClr val="dk1"/>
              </a:buClr>
              <a:buSzPts val="1700"/>
              <a:buChar char="–"/>
            </a:pPr>
            <a:r>
              <a:rPr b="1" lang="en-US" sz="1700"/>
              <a:t>Receives – blank non disclosure form, notification of interview schedule, and hiring decision letter</a:t>
            </a:r>
            <a:endParaRPr/>
          </a:p>
          <a:p>
            <a:pPr indent="-246888" lvl="0" marL="246888" rtl="0" algn="l">
              <a:lnSpc>
                <a:spcPct val="100000"/>
              </a:lnSpc>
              <a:spcBef>
                <a:spcPts val="1400"/>
              </a:spcBef>
              <a:spcAft>
                <a:spcPts val="0"/>
              </a:spcAft>
              <a:buClr>
                <a:schemeClr val="dk1"/>
              </a:buClr>
              <a:buSzPts val="2100"/>
              <a:buChar char="›"/>
            </a:pPr>
            <a:r>
              <a:rPr b="1" lang="en-US" sz="2100"/>
              <a:t>Engineering manager</a:t>
            </a:r>
            <a:endParaRPr/>
          </a:p>
          <a:p>
            <a:pPr indent="-246888" lvl="1" marL="612648" rtl="0" algn="l">
              <a:lnSpc>
                <a:spcPct val="100000"/>
              </a:lnSpc>
              <a:spcBef>
                <a:spcPts val="600"/>
              </a:spcBef>
              <a:spcAft>
                <a:spcPts val="0"/>
              </a:spcAft>
              <a:buClr>
                <a:schemeClr val="dk1"/>
              </a:buClr>
              <a:buSzPts val="1700"/>
              <a:buChar char="–"/>
            </a:pPr>
            <a:r>
              <a:rPr b="1" lang="en-US" sz="1700"/>
              <a:t>Provides – Interview evaluation, job description</a:t>
            </a:r>
            <a:endParaRPr/>
          </a:p>
          <a:p>
            <a:pPr indent="-246888" lvl="1" marL="612648" rtl="0" algn="l">
              <a:lnSpc>
                <a:spcPct val="100000"/>
              </a:lnSpc>
              <a:spcBef>
                <a:spcPts val="600"/>
              </a:spcBef>
              <a:spcAft>
                <a:spcPts val="0"/>
              </a:spcAft>
              <a:buClr>
                <a:schemeClr val="dk1"/>
              </a:buClr>
              <a:buSzPts val="1700"/>
              <a:buChar char="–"/>
            </a:pPr>
            <a:r>
              <a:rPr b="1" lang="en-US" sz="1700"/>
              <a:t>Receives – Qualified Applicant’s application, Interview schedule to be undertaken and hiring decision letter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7"/>
          <p:cNvSpPr txBox="1"/>
          <p:nvPr>
            <p:ph type="title"/>
          </p:nvPr>
        </p:nvSpPr>
        <p:spPr>
          <a:xfrm>
            <a:off x="1593436" y="177801"/>
            <a:ext cx="9782801" cy="73092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Exercise of DFD</a:t>
            </a:r>
            <a:endParaRPr/>
          </a:p>
        </p:txBody>
      </p:sp>
      <p:sp>
        <p:nvSpPr>
          <p:cNvPr id="372" name="Google Shape;372;p37"/>
          <p:cNvSpPr txBox="1"/>
          <p:nvPr>
            <p:ph idx="1" type="body"/>
          </p:nvPr>
        </p:nvSpPr>
        <p:spPr>
          <a:xfrm>
            <a:off x="1537366" y="1052737"/>
            <a:ext cx="9838871" cy="432048"/>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1700"/>
              <a:buChar char="›"/>
            </a:pPr>
            <a:r>
              <a:rPr b="1" lang="en-US" sz="1700"/>
              <a:t>Suggested Context diagram</a:t>
            </a:r>
            <a:endParaRPr/>
          </a:p>
        </p:txBody>
      </p:sp>
      <p:pic>
        <p:nvPicPr>
          <p:cNvPr id="373" name="Google Shape;373;p37"/>
          <p:cNvPicPr preferRelativeResize="0"/>
          <p:nvPr/>
        </p:nvPicPr>
        <p:blipFill rotWithShape="1">
          <a:blip r:embed="rId3">
            <a:alphaModFix/>
          </a:blip>
          <a:srcRect b="0" l="0" r="0" t="0"/>
          <a:stretch/>
        </p:blipFill>
        <p:spPr>
          <a:xfrm>
            <a:off x="1197868" y="1844824"/>
            <a:ext cx="10645681" cy="35589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8"/>
          <p:cNvSpPr txBox="1"/>
          <p:nvPr>
            <p:ph type="title"/>
          </p:nvPr>
        </p:nvSpPr>
        <p:spPr>
          <a:xfrm>
            <a:off x="1565400" y="0"/>
            <a:ext cx="9782801" cy="73092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Exercise of DFD</a:t>
            </a:r>
            <a:endParaRPr/>
          </a:p>
        </p:txBody>
      </p:sp>
      <p:sp>
        <p:nvSpPr>
          <p:cNvPr id="379" name="Google Shape;379;p38"/>
          <p:cNvSpPr txBox="1"/>
          <p:nvPr>
            <p:ph idx="1" type="body"/>
          </p:nvPr>
        </p:nvSpPr>
        <p:spPr>
          <a:xfrm>
            <a:off x="1258080" y="730920"/>
            <a:ext cx="1584176" cy="3811984"/>
          </a:xfrm>
          <a:prstGeom prst="rect">
            <a:avLst/>
          </a:prstGeom>
          <a:noFill/>
          <a:ln>
            <a:noFill/>
          </a:ln>
        </p:spPr>
        <p:txBody>
          <a:bodyPr anchorCtr="0" anchor="t" bIns="45700" lIns="91425" spcFirstLastPara="1" rIns="91425" wrap="square" tIns="45700">
            <a:normAutofit/>
          </a:bodyPr>
          <a:lstStyle/>
          <a:p>
            <a:pPr indent="-246888" lvl="0" marL="246888" rtl="0" algn="l">
              <a:lnSpc>
                <a:spcPct val="120000"/>
              </a:lnSpc>
              <a:spcBef>
                <a:spcPts val="0"/>
              </a:spcBef>
              <a:spcAft>
                <a:spcPts val="0"/>
              </a:spcAft>
              <a:buClr>
                <a:schemeClr val="dk1"/>
              </a:buClr>
              <a:buSzPts val="1700"/>
              <a:buChar char="›"/>
            </a:pPr>
            <a:r>
              <a:rPr b="1" lang="en-US" sz="1700"/>
              <a:t>Suggested Level 1 diagram</a:t>
            </a:r>
            <a:endParaRPr/>
          </a:p>
        </p:txBody>
      </p:sp>
      <p:pic>
        <p:nvPicPr>
          <p:cNvPr id="380" name="Google Shape;380;p38"/>
          <p:cNvPicPr preferRelativeResize="0"/>
          <p:nvPr/>
        </p:nvPicPr>
        <p:blipFill rotWithShape="1">
          <a:blip r:embed="rId3">
            <a:alphaModFix/>
          </a:blip>
          <a:srcRect b="0" l="0" r="0" t="0"/>
          <a:stretch/>
        </p:blipFill>
        <p:spPr>
          <a:xfrm>
            <a:off x="2854052" y="646167"/>
            <a:ext cx="9020501" cy="619268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Exercise of DFD</a:t>
            </a:r>
            <a:endParaRPr/>
          </a:p>
        </p:txBody>
      </p:sp>
      <p:sp>
        <p:nvSpPr>
          <p:cNvPr id="386" name="Google Shape;386;p39"/>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100"/>
              <a:buChar char="›"/>
            </a:pPr>
            <a:r>
              <a:rPr b="1" lang="en-US" sz="2100"/>
              <a:t>Create a DFD doctor appointment system. Construct context, level 1 and 2 diagram and system description is as follows</a:t>
            </a:r>
            <a:endParaRPr/>
          </a:p>
          <a:p>
            <a:pPr indent="-246888" lvl="1" marL="612648" rtl="0" algn="l">
              <a:lnSpc>
                <a:spcPct val="100000"/>
              </a:lnSpc>
              <a:spcBef>
                <a:spcPts val="600"/>
              </a:spcBef>
              <a:spcAft>
                <a:spcPts val="0"/>
              </a:spcAft>
              <a:buClr>
                <a:schemeClr val="dk1"/>
              </a:buClr>
              <a:buSzPts val="1700"/>
              <a:buChar char="–"/>
            </a:pPr>
            <a:r>
              <a:rPr b="1" lang="en-US" sz="1700"/>
              <a:t>The Doctor Appointment System has to be developed to streamline and enhance the process of scheduling and managing appointments between patients and medical practitioners. This system must offer functionality to patients to view available time slots, select preferred doctors, and book appointments at their convenience. Admin - medical practitioners can manage their schedules, track patient appointments, and efficiently allocate their time. The system aims to reduce waiting times, enhance patient-doctor communication, and improve overall healthcare service delivery.</a:t>
            </a:r>
            <a:endParaRPr/>
          </a:p>
          <a:p>
            <a:pPr indent="0" lvl="0" marL="0" rtl="0" algn="l">
              <a:lnSpc>
                <a:spcPct val="100000"/>
              </a:lnSpc>
              <a:spcBef>
                <a:spcPts val="1400"/>
              </a:spcBef>
              <a:spcAft>
                <a:spcPts val="0"/>
              </a:spcAft>
              <a:buClr>
                <a:schemeClr val="dk1"/>
              </a:buClr>
              <a:buSzPts val="1700"/>
              <a:buNone/>
            </a:pPr>
            <a:r>
              <a:t/>
            </a:r>
            <a:endParaRPr b="1" sz="17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Exercise of DFD</a:t>
            </a:r>
            <a:endParaRPr/>
          </a:p>
        </p:txBody>
      </p:sp>
      <p:sp>
        <p:nvSpPr>
          <p:cNvPr id="392" name="Google Shape;392;p40"/>
          <p:cNvSpPr txBox="1"/>
          <p:nvPr>
            <p:ph idx="1" type="body"/>
          </p:nvPr>
        </p:nvSpPr>
        <p:spPr>
          <a:xfrm>
            <a:off x="1537366" y="1348864"/>
            <a:ext cx="9838871" cy="495960"/>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100"/>
              <a:buChar char="›"/>
            </a:pPr>
            <a:r>
              <a:rPr b="1" lang="en-US" sz="2100"/>
              <a:t>Context diagram of doctor appointment system</a:t>
            </a:r>
            <a:endParaRPr b="1" sz="1700"/>
          </a:p>
        </p:txBody>
      </p:sp>
      <p:pic>
        <p:nvPicPr>
          <p:cNvPr id="393" name="Google Shape;393;p40"/>
          <p:cNvPicPr preferRelativeResize="0"/>
          <p:nvPr/>
        </p:nvPicPr>
        <p:blipFill rotWithShape="1">
          <a:blip r:embed="rId3">
            <a:alphaModFix/>
          </a:blip>
          <a:srcRect b="0" l="0" r="0" t="0"/>
          <a:stretch/>
        </p:blipFill>
        <p:spPr>
          <a:xfrm>
            <a:off x="1341884" y="2420888"/>
            <a:ext cx="9870996" cy="223358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Exercise of DFD</a:t>
            </a:r>
            <a:endParaRPr/>
          </a:p>
        </p:txBody>
      </p:sp>
      <p:sp>
        <p:nvSpPr>
          <p:cNvPr id="399" name="Google Shape;399;p41"/>
          <p:cNvSpPr txBox="1"/>
          <p:nvPr>
            <p:ph idx="1" type="body"/>
          </p:nvPr>
        </p:nvSpPr>
        <p:spPr>
          <a:xfrm>
            <a:off x="1537366" y="1348864"/>
            <a:ext cx="9838871" cy="495960"/>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100"/>
              <a:buChar char="›"/>
            </a:pPr>
            <a:r>
              <a:rPr b="1" lang="en-US" sz="2100"/>
              <a:t>Level 0 diagram of doctor appointment system</a:t>
            </a:r>
            <a:endParaRPr b="1" sz="1700"/>
          </a:p>
        </p:txBody>
      </p:sp>
      <p:pic>
        <p:nvPicPr>
          <p:cNvPr id="400" name="Google Shape;400;p41"/>
          <p:cNvPicPr preferRelativeResize="0"/>
          <p:nvPr/>
        </p:nvPicPr>
        <p:blipFill rotWithShape="1">
          <a:blip r:embed="rId3">
            <a:alphaModFix/>
          </a:blip>
          <a:srcRect b="0" l="0" r="0" t="0"/>
          <a:stretch/>
        </p:blipFill>
        <p:spPr>
          <a:xfrm>
            <a:off x="1989956" y="1844824"/>
            <a:ext cx="7474372" cy="491615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Exercise of DFD</a:t>
            </a:r>
            <a:endParaRPr/>
          </a:p>
        </p:txBody>
      </p:sp>
      <p:sp>
        <p:nvSpPr>
          <p:cNvPr id="406" name="Google Shape;406;p42"/>
          <p:cNvSpPr txBox="1"/>
          <p:nvPr>
            <p:ph idx="1" type="body"/>
          </p:nvPr>
        </p:nvSpPr>
        <p:spPr>
          <a:xfrm>
            <a:off x="1537366" y="1348864"/>
            <a:ext cx="9838871" cy="495960"/>
          </a:xfrm>
          <a:prstGeom prst="rect">
            <a:avLst/>
          </a:prstGeom>
          <a:noFill/>
          <a:ln>
            <a:noFill/>
          </a:ln>
        </p:spPr>
        <p:txBody>
          <a:bodyPr anchorCtr="0" anchor="t" bIns="45700" lIns="91425" spcFirstLastPara="1" rIns="91425" wrap="square" tIns="45700">
            <a:normAutofit/>
          </a:bodyPr>
          <a:lstStyle/>
          <a:p>
            <a:pPr indent="-246888" lvl="0" marL="246888" rtl="0" algn="l">
              <a:lnSpc>
                <a:spcPct val="100000"/>
              </a:lnSpc>
              <a:spcBef>
                <a:spcPts val="0"/>
              </a:spcBef>
              <a:spcAft>
                <a:spcPts val="0"/>
              </a:spcAft>
              <a:buClr>
                <a:schemeClr val="dk1"/>
              </a:buClr>
              <a:buSzPts val="2100"/>
              <a:buChar char="›"/>
            </a:pPr>
            <a:r>
              <a:rPr b="1" lang="en-US" sz="2100"/>
              <a:t>Level 0 diagram of doctor appointment system</a:t>
            </a:r>
            <a:endParaRPr b="1" sz="1700"/>
          </a:p>
        </p:txBody>
      </p:sp>
      <p:pic>
        <p:nvPicPr>
          <p:cNvPr id="407" name="Google Shape;407;p42"/>
          <p:cNvPicPr preferRelativeResize="0"/>
          <p:nvPr/>
        </p:nvPicPr>
        <p:blipFill rotWithShape="1">
          <a:blip r:embed="rId3">
            <a:alphaModFix/>
          </a:blip>
          <a:srcRect b="0" l="0" r="0" t="0"/>
          <a:stretch/>
        </p:blipFill>
        <p:spPr>
          <a:xfrm>
            <a:off x="1611925" y="1801190"/>
            <a:ext cx="7669560" cy="50368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a:t>
            </a:r>
            <a:endParaRPr/>
          </a:p>
        </p:txBody>
      </p:sp>
      <p:sp>
        <p:nvSpPr>
          <p:cNvPr id="413" name="Google Shape;413;p43"/>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US"/>
              <a:t>What is Data model?</a:t>
            </a:r>
            <a:endParaRPr/>
          </a:p>
          <a:p>
            <a:pPr indent="-246888" lvl="1" marL="612648" rtl="0" algn="l">
              <a:lnSpc>
                <a:spcPct val="90000"/>
              </a:lnSpc>
              <a:spcBef>
                <a:spcPts val="600"/>
              </a:spcBef>
              <a:spcAft>
                <a:spcPts val="0"/>
              </a:spcAft>
              <a:buClr>
                <a:schemeClr val="dk1"/>
              </a:buClr>
              <a:buSzPts val="2000"/>
              <a:buChar char="–"/>
            </a:pPr>
            <a:r>
              <a:rPr b="1" lang="en-US" sz="2000"/>
              <a:t>Data model is a collection of conceptual tools for describing data, data relationships, data semantics, and consistency constraints.</a:t>
            </a:r>
            <a:endParaRPr/>
          </a:p>
          <a:p>
            <a:pPr indent="-246888" lvl="1" marL="612648" rtl="0" algn="l">
              <a:lnSpc>
                <a:spcPct val="90000"/>
              </a:lnSpc>
              <a:spcBef>
                <a:spcPts val="600"/>
              </a:spcBef>
              <a:spcAft>
                <a:spcPts val="0"/>
              </a:spcAft>
              <a:buClr>
                <a:schemeClr val="dk1"/>
              </a:buClr>
              <a:buSzPts val="2000"/>
              <a:buChar char="–"/>
            </a:pPr>
            <a:r>
              <a:rPr b="1" lang="en-US" sz="2000"/>
              <a:t>Data model is a conceptual representation of data structures required for database and is very powerful in expressing and communicating the business requirements,</a:t>
            </a:r>
            <a:endParaRPr/>
          </a:p>
          <a:p>
            <a:pPr indent="-246888" lvl="1" marL="612648" rtl="0" algn="l">
              <a:lnSpc>
                <a:spcPct val="90000"/>
              </a:lnSpc>
              <a:spcBef>
                <a:spcPts val="600"/>
              </a:spcBef>
              <a:spcAft>
                <a:spcPts val="0"/>
              </a:spcAft>
              <a:buClr>
                <a:schemeClr val="dk1"/>
              </a:buClr>
              <a:buSzPts val="2000"/>
              <a:buChar char="–"/>
            </a:pPr>
            <a:r>
              <a:rPr b="1" lang="en-US" sz="2000"/>
              <a:t>A data model visually represents the nature of data, business rules governing the data , and how it will be organized in the database.</a:t>
            </a:r>
            <a:endParaRPr/>
          </a:p>
          <a:p>
            <a:pPr indent="0" lvl="0" marL="268288" rtl="0" algn="l">
              <a:lnSpc>
                <a:spcPct val="120000"/>
              </a:lnSpc>
              <a:spcBef>
                <a:spcPts val="1400"/>
              </a:spcBef>
              <a:spcAft>
                <a:spcPts val="0"/>
              </a:spcAft>
              <a:buClr>
                <a:schemeClr val="dk1"/>
              </a:buClr>
              <a:buSzPts val="1600"/>
              <a:buNone/>
            </a:pPr>
            <a:r>
              <a:t/>
            </a:r>
            <a:endParaRPr sz="1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a:t>
            </a:r>
            <a:endParaRPr/>
          </a:p>
        </p:txBody>
      </p:sp>
      <p:sp>
        <p:nvSpPr>
          <p:cNvPr id="419" name="Google Shape;419;p44"/>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US"/>
              <a:t>Different of Data model?</a:t>
            </a:r>
            <a:endParaRPr/>
          </a:p>
          <a:p>
            <a:pPr indent="-457200" lvl="1" marL="822960" rtl="0" algn="l">
              <a:lnSpc>
                <a:spcPct val="90000"/>
              </a:lnSpc>
              <a:spcBef>
                <a:spcPts val="600"/>
              </a:spcBef>
              <a:spcAft>
                <a:spcPts val="0"/>
              </a:spcAft>
              <a:buClr>
                <a:schemeClr val="dk1"/>
              </a:buClr>
              <a:buSzPts val="2400"/>
              <a:buAutoNum type="arabicPeriod"/>
            </a:pPr>
            <a:r>
              <a:rPr lang="en-US"/>
              <a:t>Conceptual: describes WHAT the system contains; its just only for proof of concepts</a:t>
            </a:r>
            <a:endParaRPr/>
          </a:p>
          <a:p>
            <a:pPr indent="-457200" lvl="1" marL="822960" rtl="0" algn="l">
              <a:lnSpc>
                <a:spcPct val="90000"/>
              </a:lnSpc>
              <a:spcBef>
                <a:spcPts val="600"/>
              </a:spcBef>
              <a:spcAft>
                <a:spcPts val="0"/>
              </a:spcAft>
              <a:buClr>
                <a:schemeClr val="dk1"/>
              </a:buClr>
              <a:buSzPts val="2400"/>
              <a:buAutoNum type="arabicPeriod"/>
            </a:pPr>
            <a:r>
              <a:rPr lang="en-US"/>
              <a:t>Logical: describes HOW the system will be implemented, regardless of the DBMS; which show the logical organization of data without indicating how data are stored; created or manipulated.</a:t>
            </a:r>
            <a:endParaRPr/>
          </a:p>
          <a:p>
            <a:pPr indent="-457200" lvl="1" marL="822960" rtl="0" algn="l">
              <a:lnSpc>
                <a:spcPct val="90000"/>
              </a:lnSpc>
              <a:spcBef>
                <a:spcPts val="600"/>
              </a:spcBef>
              <a:spcAft>
                <a:spcPts val="0"/>
              </a:spcAft>
              <a:buClr>
                <a:schemeClr val="dk1"/>
              </a:buClr>
              <a:buSzPts val="2400"/>
              <a:buAutoNum type="arabicPeriod"/>
            </a:pPr>
            <a:r>
              <a:rPr lang="en-US"/>
              <a:t>Physical: describes HOW the system will be implemented, with particular database management system;  which shows how the data are stored; created and manipulated.	</a:t>
            </a:r>
            <a:endParaRPr/>
          </a:p>
          <a:p>
            <a:pPr indent="-304800" lvl="1" marL="822960" rtl="0" algn="l">
              <a:lnSpc>
                <a:spcPct val="90000"/>
              </a:lnSpc>
              <a:spcBef>
                <a:spcPts val="600"/>
              </a:spcBef>
              <a:spcAft>
                <a:spcPts val="0"/>
              </a:spcAft>
              <a:buClr>
                <a:schemeClr val="dk1"/>
              </a:buClr>
              <a:buSzPts val="2400"/>
              <a:buNone/>
            </a:pPr>
            <a:r>
              <a:t/>
            </a:r>
            <a:endParaRPr/>
          </a:p>
          <a:p>
            <a:pPr indent="0" lvl="0" marL="268288" rtl="0" algn="l">
              <a:lnSpc>
                <a:spcPct val="120000"/>
              </a:lnSpc>
              <a:spcBef>
                <a:spcPts val="1400"/>
              </a:spcBef>
              <a:spcAft>
                <a:spcPts val="0"/>
              </a:spcAft>
              <a:buClr>
                <a:schemeClr val="dk1"/>
              </a:buClr>
              <a:buSzPts val="1600"/>
              <a:buNone/>
            </a:pPr>
            <a:r>
              <a:t/>
            </a:r>
            <a:endParaRPr sz="1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25" name="Google Shape;425;p45"/>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US"/>
              <a:t>What is Entity Relationship Diagram?</a:t>
            </a:r>
            <a:endParaRPr/>
          </a:p>
          <a:p>
            <a:pPr indent="-246888" lvl="1" marL="612648" rtl="0" algn="l">
              <a:lnSpc>
                <a:spcPct val="100000"/>
              </a:lnSpc>
              <a:spcBef>
                <a:spcPts val="600"/>
              </a:spcBef>
              <a:spcAft>
                <a:spcPts val="0"/>
              </a:spcAft>
              <a:buClr>
                <a:schemeClr val="dk1"/>
              </a:buClr>
              <a:buSzPts val="2400"/>
              <a:buChar char="–"/>
            </a:pPr>
            <a:r>
              <a:rPr lang="en-US"/>
              <a:t>An entity relationship diagram (ERD) is a picture which shows the information that is created, stored, and used by a business system. An analyst can read an ERD to discover the individual pieces of information in a system and how they are organized and related to each other. </a:t>
            </a:r>
            <a:endParaRPr/>
          </a:p>
          <a:p>
            <a:pPr indent="-246888" lvl="1" marL="612648" rtl="0" algn="l">
              <a:lnSpc>
                <a:spcPct val="100000"/>
              </a:lnSpc>
              <a:spcBef>
                <a:spcPts val="600"/>
              </a:spcBef>
              <a:spcAft>
                <a:spcPts val="0"/>
              </a:spcAft>
              <a:buClr>
                <a:schemeClr val="dk1"/>
              </a:buClr>
              <a:buSzPts val="2400"/>
              <a:buChar char="–"/>
            </a:pPr>
            <a:r>
              <a:rPr lang="en-US"/>
              <a:t>ER – diagram are capable of communicating high-level business rules those need to be supported by the system </a:t>
            </a:r>
            <a:endParaRPr/>
          </a:p>
          <a:p>
            <a:pPr indent="-246888" lvl="1" marL="612648" rtl="0" algn="l">
              <a:lnSpc>
                <a:spcPct val="100000"/>
              </a:lnSpc>
              <a:spcBef>
                <a:spcPts val="600"/>
              </a:spcBef>
              <a:spcAft>
                <a:spcPts val="0"/>
              </a:spcAft>
              <a:buClr>
                <a:schemeClr val="dk1"/>
              </a:buClr>
              <a:buSzPts val="2400"/>
              <a:buChar char="–"/>
            </a:pPr>
            <a:r>
              <a:rPr lang="en-US"/>
              <a:t> 	</a:t>
            </a:r>
            <a:endParaRPr/>
          </a:p>
          <a:p>
            <a:pPr indent="-94488" lvl="1" marL="612648" rtl="0" algn="l">
              <a:lnSpc>
                <a:spcPct val="100000"/>
              </a:lnSpc>
              <a:spcBef>
                <a:spcPts val="600"/>
              </a:spcBef>
              <a:spcAft>
                <a:spcPts val="0"/>
              </a:spcAft>
              <a:buClr>
                <a:schemeClr val="dk1"/>
              </a:buClr>
              <a:buSzPts val="2400"/>
              <a:buNone/>
            </a:pPr>
            <a:r>
              <a:t/>
            </a:r>
            <a:endParaRPr/>
          </a:p>
          <a:p>
            <a:pPr indent="-304800" lvl="1" marL="822960" rtl="0" algn="l">
              <a:lnSpc>
                <a:spcPct val="90000"/>
              </a:lnSpc>
              <a:spcBef>
                <a:spcPts val="600"/>
              </a:spcBef>
              <a:spcAft>
                <a:spcPts val="0"/>
              </a:spcAft>
              <a:buClr>
                <a:schemeClr val="dk1"/>
              </a:buClr>
              <a:buSzPts val="2400"/>
              <a:buNone/>
            </a:pPr>
            <a:r>
              <a:t/>
            </a:r>
            <a:endParaRPr/>
          </a:p>
          <a:p>
            <a:pPr indent="0" lvl="0" marL="268288" rtl="0" algn="l">
              <a:lnSpc>
                <a:spcPct val="120000"/>
              </a:lnSpc>
              <a:spcBef>
                <a:spcPts val="1400"/>
              </a:spcBef>
              <a:spcAft>
                <a:spcPts val="0"/>
              </a:spcAft>
              <a:buClr>
                <a:schemeClr val="dk1"/>
              </a:buClr>
              <a:buSzPts val="1600"/>
              <a:buNone/>
            </a:pPr>
            <a:r>
              <a:t/>
            </a:r>
            <a:endParaRPr sz="1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6"/>
          <p:cNvSpPr txBox="1"/>
          <p:nvPr>
            <p:ph type="title"/>
          </p:nvPr>
        </p:nvSpPr>
        <p:spPr>
          <a:xfrm>
            <a:off x="1593436" y="177801"/>
            <a:ext cx="9782801" cy="658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31" name="Google Shape;431;p46"/>
          <p:cNvSpPr txBox="1"/>
          <p:nvPr>
            <p:ph idx="1" type="body"/>
          </p:nvPr>
        </p:nvSpPr>
        <p:spPr>
          <a:xfrm>
            <a:off x="1537366" y="908720"/>
            <a:ext cx="9838871" cy="568863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Components of ERD</a:t>
            </a:r>
            <a:r>
              <a:rPr lang="en-US"/>
              <a:t>	</a:t>
            </a:r>
            <a:endParaRPr/>
          </a:p>
          <a:p>
            <a:pPr indent="-94488" lvl="1" marL="612648" rtl="0" algn="l">
              <a:lnSpc>
                <a:spcPct val="100000"/>
              </a:lnSpc>
              <a:spcBef>
                <a:spcPts val="600"/>
              </a:spcBef>
              <a:spcAft>
                <a:spcPts val="0"/>
              </a:spcAft>
              <a:buClr>
                <a:schemeClr val="dk1"/>
              </a:buClr>
              <a:buSzPts val="2400"/>
              <a:buNone/>
            </a:pPr>
            <a:r>
              <a:t/>
            </a:r>
            <a:endParaRPr/>
          </a:p>
          <a:p>
            <a:pPr indent="-304800" lvl="1" marL="822960" rtl="0" algn="l">
              <a:lnSpc>
                <a:spcPct val="90000"/>
              </a:lnSpc>
              <a:spcBef>
                <a:spcPts val="600"/>
              </a:spcBef>
              <a:spcAft>
                <a:spcPts val="0"/>
              </a:spcAft>
              <a:buClr>
                <a:schemeClr val="dk1"/>
              </a:buClr>
              <a:buSzPts val="2400"/>
              <a:buNone/>
            </a:pPr>
            <a:r>
              <a:t/>
            </a:r>
            <a:endParaRPr/>
          </a:p>
          <a:p>
            <a:pPr indent="0" lvl="0" marL="268288" rtl="0" algn="l">
              <a:lnSpc>
                <a:spcPct val="120000"/>
              </a:lnSpc>
              <a:spcBef>
                <a:spcPts val="1400"/>
              </a:spcBef>
              <a:spcAft>
                <a:spcPts val="0"/>
              </a:spcAft>
              <a:buClr>
                <a:schemeClr val="dk1"/>
              </a:buClr>
              <a:buSzPts val="1600"/>
              <a:buNone/>
            </a:pPr>
            <a:r>
              <a:t/>
            </a:r>
            <a:endParaRPr sz="1600"/>
          </a:p>
        </p:txBody>
      </p:sp>
      <p:pic>
        <p:nvPicPr>
          <p:cNvPr id="432" name="Google Shape;432;p46"/>
          <p:cNvPicPr preferRelativeResize="0"/>
          <p:nvPr/>
        </p:nvPicPr>
        <p:blipFill rotWithShape="1">
          <a:blip r:embed="rId3">
            <a:alphaModFix/>
          </a:blip>
          <a:srcRect b="0" l="0" r="0" t="0"/>
          <a:stretch/>
        </p:blipFill>
        <p:spPr>
          <a:xfrm>
            <a:off x="5488808" y="812270"/>
            <a:ext cx="6390248" cy="604573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7"/>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38" name="Google Shape;438;p47"/>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fontScale="85000" lnSpcReduction="20000"/>
          </a:bodyPr>
          <a:lstStyle/>
          <a:p>
            <a:pPr indent="-246888" lvl="0" marL="246888" rtl="0" algn="l">
              <a:lnSpc>
                <a:spcPct val="90000"/>
              </a:lnSpc>
              <a:spcBef>
                <a:spcPts val="0"/>
              </a:spcBef>
              <a:spcAft>
                <a:spcPts val="0"/>
              </a:spcAft>
              <a:buClr>
                <a:schemeClr val="dk1"/>
              </a:buClr>
              <a:buSzPct val="100000"/>
              <a:buChar char="›"/>
            </a:pPr>
            <a:r>
              <a:rPr b="1" lang="en-US"/>
              <a:t>Entity</a:t>
            </a:r>
            <a:endParaRPr/>
          </a:p>
          <a:p>
            <a:pPr indent="-246888" lvl="1" marL="612648" rtl="0" algn="l">
              <a:lnSpc>
                <a:spcPct val="90000"/>
              </a:lnSpc>
              <a:spcBef>
                <a:spcPts val="600"/>
              </a:spcBef>
              <a:spcAft>
                <a:spcPts val="0"/>
              </a:spcAft>
              <a:buClr>
                <a:schemeClr val="dk1"/>
              </a:buClr>
              <a:buSzPct val="100000"/>
              <a:buChar char="–"/>
            </a:pPr>
            <a:r>
              <a:rPr lang="en-US"/>
              <a:t>The entity is the basic building block for a data model. It is a person, place, event, or thing about which data is collected—for example, an employee, an order, or a product. </a:t>
            </a:r>
            <a:endParaRPr/>
          </a:p>
          <a:p>
            <a:pPr indent="-246888" lvl="1" marL="612648" rtl="0" algn="l">
              <a:lnSpc>
                <a:spcPct val="90000"/>
              </a:lnSpc>
              <a:spcBef>
                <a:spcPts val="600"/>
              </a:spcBef>
              <a:spcAft>
                <a:spcPts val="0"/>
              </a:spcAft>
              <a:buClr>
                <a:schemeClr val="dk1"/>
              </a:buClr>
              <a:buSzPct val="100000"/>
              <a:buChar char="–"/>
            </a:pPr>
            <a:r>
              <a:rPr lang="en-US"/>
              <a:t>An entity is depicted by a rectangle, and it is described by a singular noun spelled in capital letters </a:t>
            </a:r>
            <a:endParaRPr/>
          </a:p>
          <a:p>
            <a:pPr indent="-246888" lvl="1" marL="612648" rtl="0" algn="l">
              <a:lnSpc>
                <a:spcPct val="90000"/>
              </a:lnSpc>
              <a:spcBef>
                <a:spcPts val="600"/>
              </a:spcBef>
              <a:spcAft>
                <a:spcPts val="0"/>
              </a:spcAft>
              <a:buClr>
                <a:schemeClr val="dk1"/>
              </a:buClr>
              <a:buSzPct val="100000"/>
              <a:buChar char="–"/>
            </a:pPr>
            <a:r>
              <a:rPr lang="en-US"/>
              <a:t>All entities have a name, a short description that explains what they are, and an identifier that is the way to locate information in the entity </a:t>
            </a:r>
            <a:endParaRPr/>
          </a:p>
          <a:p>
            <a:pPr indent="-246888" lvl="0" marL="246888" rtl="0" algn="l">
              <a:lnSpc>
                <a:spcPct val="90000"/>
              </a:lnSpc>
              <a:spcBef>
                <a:spcPts val="1400"/>
              </a:spcBef>
              <a:spcAft>
                <a:spcPts val="0"/>
              </a:spcAft>
              <a:buClr>
                <a:schemeClr val="dk1"/>
              </a:buClr>
              <a:buSzPct val="100000"/>
              <a:buChar char="›"/>
            </a:pPr>
            <a:r>
              <a:rPr b="1" lang="en-US"/>
              <a:t>Attribute</a:t>
            </a:r>
            <a:endParaRPr/>
          </a:p>
          <a:p>
            <a:pPr indent="-246888" lvl="1" marL="612648" rtl="0" algn="l">
              <a:lnSpc>
                <a:spcPct val="90000"/>
              </a:lnSpc>
              <a:spcBef>
                <a:spcPts val="600"/>
              </a:spcBef>
              <a:spcAft>
                <a:spcPts val="0"/>
              </a:spcAft>
              <a:buClr>
                <a:schemeClr val="dk1"/>
              </a:buClr>
              <a:buSzPct val="100000"/>
              <a:buChar char="–"/>
            </a:pPr>
            <a:r>
              <a:rPr lang="en-US"/>
              <a:t>An attribute is some type of information that is captured about an entity. For example, last name, home address, and e-mail address are all attributes of an employee. </a:t>
            </a:r>
            <a:endParaRPr/>
          </a:p>
          <a:p>
            <a:pPr indent="-246888" lvl="1" marL="612648" rtl="0" algn="l">
              <a:lnSpc>
                <a:spcPct val="90000"/>
              </a:lnSpc>
              <a:spcBef>
                <a:spcPts val="600"/>
              </a:spcBef>
              <a:spcAft>
                <a:spcPts val="0"/>
              </a:spcAft>
              <a:buClr>
                <a:schemeClr val="dk1"/>
              </a:buClr>
              <a:buSzPct val="100000"/>
              <a:buChar char="–"/>
            </a:pPr>
            <a:r>
              <a:rPr lang="en-US"/>
              <a:t>Attributes are nouns that are listed within an entity.</a:t>
            </a:r>
            <a:endParaRPr/>
          </a:p>
          <a:p>
            <a:pPr indent="-246888" lvl="1" marL="612648" rtl="0" algn="l">
              <a:lnSpc>
                <a:spcPct val="90000"/>
              </a:lnSpc>
              <a:spcBef>
                <a:spcPts val="600"/>
              </a:spcBef>
              <a:spcAft>
                <a:spcPts val="0"/>
              </a:spcAft>
              <a:buClr>
                <a:schemeClr val="dk1"/>
              </a:buClr>
              <a:buSzPct val="100000"/>
              <a:buChar char="–"/>
            </a:pPr>
            <a:r>
              <a:rPr lang="en-US"/>
              <a:t>Attributes can be categorized – composite attribute, multivalued, - double lined eclipse weak attribute and derived-dotted eclipse</a:t>
            </a:r>
            <a:endParaRPr/>
          </a:p>
          <a:p>
            <a:pPr indent="-246888" lvl="1" marL="612648" rtl="0" algn="l">
              <a:lnSpc>
                <a:spcPct val="90000"/>
              </a:lnSpc>
              <a:spcBef>
                <a:spcPts val="600"/>
              </a:spcBef>
              <a:spcAft>
                <a:spcPts val="0"/>
              </a:spcAft>
              <a:buClr>
                <a:schemeClr val="dk1"/>
              </a:buClr>
              <a:buSzPct val="100000"/>
              <a:buChar char="–"/>
            </a:pPr>
            <a:r>
              <a:rPr lang="en-US"/>
              <a:t>Multi valued attribute is depicted in double eclipse</a:t>
            </a:r>
            <a:endParaRPr/>
          </a:p>
          <a:p>
            <a:pPr indent="-117348" lvl="1" marL="612648" rtl="0" algn="l">
              <a:lnSpc>
                <a:spcPct val="90000"/>
              </a:lnSpc>
              <a:spcBef>
                <a:spcPts val="600"/>
              </a:spcBef>
              <a:spcAft>
                <a:spcPts val="0"/>
              </a:spcAft>
              <a:buClr>
                <a:schemeClr val="dk1"/>
              </a:buClr>
              <a:buSzPct val="100000"/>
              <a:buNone/>
            </a:pPr>
            <a:r>
              <a:t/>
            </a:r>
            <a:endParaRPr/>
          </a:p>
          <a:p>
            <a:pPr indent="-117348" lvl="1" marL="612648" rtl="0" algn="l">
              <a:lnSpc>
                <a:spcPct val="90000"/>
              </a:lnSpc>
              <a:spcBef>
                <a:spcPts val="600"/>
              </a:spcBef>
              <a:spcAft>
                <a:spcPts val="0"/>
              </a:spcAft>
              <a:buClr>
                <a:schemeClr val="dk1"/>
              </a:buClr>
              <a:buSzPct val="100000"/>
              <a:buNone/>
            </a:pPr>
            <a:r>
              <a:t/>
            </a:r>
            <a:endParaRPr/>
          </a:p>
          <a:p>
            <a:pPr indent="-117348" lvl="1" marL="612648" rtl="0" algn="l">
              <a:lnSpc>
                <a:spcPct val="90000"/>
              </a:lnSpc>
              <a:spcBef>
                <a:spcPts val="600"/>
              </a:spcBef>
              <a:spcAft>
                <a:spcPts val="0"/>
              </a:spcAft>
              <a:buClr>
                <a:schemeClr val="dk1"/>
              </a:buClr>
              <a:buSzPct val="100000"/>
              <a:buNone/>
            </a:pPr>
            <a:r>
              <a:t/>
            </a:r>
            <a:endParaRPr b="1"/>
          </a:p>
          <a:p>
            <a:pPr indent="-117348" lvl="1" marL="612648" rtl="0" algn="l">
              <a:lnSpc>
                <a:spcPct val="90000"/>
              </a:lnSpc>
              <a:spcBef>
                <a:spcPts val="6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8"/>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44" name="Google Shape;444;p48"/>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fontScale="85000" lnSpcReduction="10000"/>
          </a:bodyPr>
          <a:lstStyle/>
          <a:p>
            <a:pPr indent="-246888" lvl="0" marL="246888" rtl="0" algn="l">
              <a:lnSpc>
                <a:spcPct val="90000"/>
              </a:lnSpc>
              <a:spcBef>
                <a:spcPts val="0"/>
              </a:spcBef>
              <a:spcAft>
                <a:spcPts val="0"/>
              </a:spcAft>
              <a:buClr>
                <a:schemeClr val="dk1"/>
              </a:buClr>
              <a:buSzPct val="100000"/>
              <a:buChar char="›"/>
            </a:pPr>
            <a:r>
              <a:rPr b="1" lang="en-US"/>
              <a:t>Relationship</a:t>
            </a:r>
            <a:endParaRPr/>
          </a:p>
          <a:p>
            <a:pPr indent="-246888" lvl="1" marL="612648" rtl="0" algn="l">
              <a:lnSpc>
                <a:spcPct val="90000"/>
              </a:lnSpc>
              <a:spcBef>
                <a:spcPts val="600"/>
              </a:spcBef>
              <a:spcAft>
                <a:spcPts val="0"/>
              </a:spcAft>
              <a:buClr>
                <a:schemeClr val="dk1"/>
              </a:buClr>
              <a:buSzPct val="100000"/>
              <a:buChar char="–"/>
            </a:pPr>
            <a:r>
              <a:rPr lang="en-US"/>
              <a:t>Relationships are associations between entities, </a:t>
            </a:r>
            <a:endParaRPr/>
          </a:p>
          <a:p>
            <a:pPr indent="-246888" lvl="1" marL="612648" rtl="0" algn="l">
              <a:lnSpc>
                <a:spcPct val="90000"/>
              </a:lnSpc>
              <a:spcBef>
                <a:spcPts val="600"/>
              </a:spcBef>
              <a:spcAft>
                <a:spcPts val="0"/>
              </a:spcAft>
              <a:buClr>
                <a:schemeClr val="dk1"/>
              </a:buClr>
              <a:buSzPct val="100000"/>
              <a:buChar char="–"/>
            </a:pPr>
            <a:r>
              <a:rPr lang="en-US"/>
              <a:t>they are shown by lines that connect the entities together. </a:t>
            </a:r>
            <a:endParaRPr/>
          </a:p>
          <a:p>
            <a:pPr indent="-246888" lvl="1" marL="612648" rtl="0" algn="l">
              <a:lnSpc>
                <a:spcPct val="90000"/>
              </a:lnSpc>
              <a:spcBef>
                <a:spcPts val="600"/>
              </a:spcBef>
              <a:spcAft>
                <a:spcPts val="0"/>
              </a:spcAft>
              <a:buClr>
                <a:schemeClr val="dk1"/>
              </a:buClr>
              <a:buSzPct val="100000"/>
              <a:buChar char="–"/>
            </a:pPr>
            <a:r>
              <a:rPr lang="en-US"/>
              <a:t>Every relationship has a parent entity and a child entity, the parent being the first entity in the relationship, and the child being the second.</a:t>
            </a:r>
            <a:endParaRPr/>
          </a:p>
          <a:p>
            <a:pPr indent="-246888" lvl="1" marL="612648" rtl="0" algn="l">
              <a:lnSpc>
                <a:spcPct val="90000"/>
              </a:lnSpc>
              <a:spcBef>
                <a:spcPts val="600"/>
              </a:spcBef>
              <a:spcAft>
                <a:spcPts val="0"/>
              </a:spcAft>
              <a:buClr>
                <a:schemeClr val="dk1"/>
              </a:buClr>
              <a:buSzPct val="100000"/>
              <a:buChar char="–"/>
            </a:pPr>
            <a:r>
              <a:rPr lang="en-US"/>
              <a:t>Cardinality: </a:t>
            </a:r>
            <a:endParaRPr/>
          </a:p>
          <a:p>
            <a:pPr indent="-246888" lvl="2" marL="978408" rtl="0" algn="l">
              <a:lnSpc>
                <a:spcPct val="110000"/>
              </a:lnSpc>
              <a:spcBef>
                <a:spcPts val="600"/>
              </a:spcBef>
              <a:spcAft>
                <a:spcPts val="0"/>
              </a:spcAft>
              <a:buClr>
                <a:schemeClr val="dk1"/>
              </a:buClr>
              <a:buSzPct val="100000"/>
              <a:buChar char="›"/>
            </a:pPr>
            <a:r>
              <a:rPr lang="en-US"/>
              <a:t>Relationships have two properties that convey meaning about the nature of the entity relationship. </a:t>
            </a:r>
            <a:endParaRPr/>
          </a:p>
          <a:p>
            <a:pPr indent="-246888" lvl="2" marL="978408" rtl="0" algn="l">
              <a:lnSpc>
                <a:spcPct val="110000"/>
              </a:lnSpc>
              <a:spcBef>
                <a:spcPts val="600"/>
              </a:spcBef>
              <a:spcAft>
                <a:spcPts val="0"/>
              </a:spcAft>
              <a:buClr>
                <a:schemeClr val="dk1"/>
              </a:buClr>
              <a:buSzPct val="100000"/>
              <a:buChar char="›"/>
            </a:pPr>
            <a:r>
              <a:rPr lang="en-US"/>
              <a:t>A relationship has cardinality, which is the ratio of parent instances to child instances. </a:t>
            </a:r>
            <a:endParaRPr/>
          </a:p>
          <a:p>
            <a:pPr indent="-246888" lvl="2" marL="978408" rtl="0" algn="l">
              <a:lnSpc>
                <a:spcPct val="110000"/>
              </a:lnSpc>
              <a:spcBef>
                <a:spcPts val="600"/>
              </a:spcBef>
              <a:spcAft>
                <a:spcPts val="0"/>
              </a:spcAft>
              <a:buClr>
                <a:schemeClr val="dk1"/>
              </a:buClr>
              <a:buSzPct val="100000"/>
              <a:buChar char="›"/>
            </a:pPr>
            <a:r>
              <a:rPr lang="en-US"/>
              <a:t>1:1 - relationship means that one instance of the parent entity is associated with exactly one instance of the child entity. </a:t>
            </a:r>
            <a:endParaRPr/>
          </a:p>
          <a:p>
            <a:pPr indent="-246888" lvl="2" marL="978408" rtl="0" algn="l">
              <a:lnSpc>
                <a:spcPct val="110000"/>
              </a:lnSpc>
              <a:spcBef>
                <a:spcPts val="600"/>
              </a:spcBef>
              <a:spcAft>
                <a:spcPts val="0"/>
              </a:spcAft>
              <a:buClr>
                <a:schemeClr val="dk1"/>
              </a:buClr>
              <a:buSzPct val="100000"/>
              <a:buChar char="›"/>
            </a:pPr>
            <a:r>
              <a:rPr lang="en-US"/>
              <a:t>1:M(1:N) - </a:t>
            </a:r>
            <a:r>
              <a:rPr lang="en-US" sz="2100"/>
              <a:t>a single instance of a parent entity is associated with many instances of a child entity; however, the child entity instance is related to only one instance of the parent. </a:t>
            </a:r>
            <a:endParaRPr/>
          </a:p>
          <a:p>
            <a:pPr indent="-246887" lvl="2" marL="978408" rtl="0" algn="l">
              <a:lnSpc>
                <a:spcPct val="110000"/>
              </a:lnSpc>
              <a:spcBef>
                <a:spcPts val="600"/>
              </a:spcBef>
              <a:spcAft>
                <a:spcPts val="0"/>
              </a:spcAft>
              <a:buClr>
                <a:schemeClr val="dk1"/>
              </a:buClr>
              <a:buSzPct val="100000"/>
              <a:buChar char="›"/>
            </a:pPr>
            <a:r>
              <a:rPr lang="en-US" sz="2100"/>
              <a:t>M:N (M:M) - many instances of an entity can relate to many instances of another entity </a:t>
            </a:r>
            <a:endParaRPr/>
          </a:p>
          <a:p>
            <a:pPr indent="-133540" lvl="2" marL="978408" rtl="0" algn="l">
              <a:lnSpc>
                <a:spcPct val="90000"/>
              </a:lnSpc>
              <a:spcBef>
                <a:spcPts val="600"/>
              </a:spcBef>
              <a:spcAft>
                <a:spcPts val="0"/>
              </a:spcAft>
              <a:buClr>
                <a:schemeClr val="dk1"/>
              </a:buClr>
              <a:buSzPct val="100000"/>
              <a:buNone/>
            </a:pPr>
            <a:r>
              <a:t/>
            </a:r>
            <a:endParaRPr sz="2100"/>
          </a:p>
          <a:p>
            <a:pPr indent="-138938" lvl="2" marL="978408" rtl="0" algn="l">
              <a:lnSpc>
                <a:spcPct val="90000"/>
              </a:lnSpc>
              <a:spcBef>
                <a:spcPts val="600"/>
              </a:spcBef>
              <a:spcAft>
                <a:spcPts val="0"/>
              </a:spcAft>
              <a:buClr>
                <a:schemeClr val="dk1"/>
              </a:buClr>
              <a:buSzPct val="100000"/>
              <a:buNone/>
            </a:pPr>
            <a:r>
              <a:t/>
            </a:r>
            <a:endParaRPr/>
          </a:p>
          <a:p>
            <a:pPr indent="-138938" lvl="2" marL="978408" rtl="0" algn="l">
              <a:lnSpc>
                <a:spcPct val="90000"/>
              </a:lnSpc>
              <a:spcBef>
                <a:spcPts val="600"/>
              </a:spcBef>
              <a:spcAft>
                <a:spcPts val="0"/>
              </a:spcAft>
              <a:buClr>
                <a:schemeClr val="dk1"/>
              </a:buClr>
              <a:buSzPct val="100000"/>
              <a:buNone/>
            </a:pPr>
            <a:r>
              <a:t/>
            </a:r>
            <a:endParaRPr/>
          </a:p>
          <a:p>
            <a:pPr indent="-138938" lvl="2" marL="978408" rtl="0" algn="l">
              <a:lnSpc>
                <a:spcPct val="90000"/>
              </a:lnSpc>
              <a:spcBef>
                <a:spcPts val="600"/>
              </a:spcBef>
              <a:spcAft>
                <a:spcPts val="0"/>
              </a:spcAft>
              <a:buClr>
                <a:schemeClr val="dk1"/>
              </a:buClr>
              <a:buSzPct val="100000"/>
              <a:buNone/>
            </a:pPr>
            <a:r>
              <a:t/>
            </a:r>
            <a:endParaRPr/>
          </a:p>
          <a:p>
            <a:pPr indent="-138938" lvl="2" marL="978408" rtl="0" algn="l">
              <a:lnSpc>
                <a:spcPct val="90000"/>
              </a:lnSpc>
              <a:spcBef>
                <a:spcPts val="600"/>
              </a:spcBef>
              <a:spcAft>
                <a:spcPts val="0"/>
              </a:spcAft>
              <a:buClr>
                <a:schemeClr val="dk1"/>
              </a:buClr>
              <a:buSzPct val="100000"/>
              <a:buNone/>
            </a:pPr>
            <a:r>
              <a:t/>
            </a:r>
            <a:endParaRPr/>
          </a:p>
          <a:p>
            <a:pPr indent="-117348" lvl="1" marL="612648" rtl="0" algn="l">
              <a:lnSpc>
                <a:spcPct val="90000"/>
              </a:lnSpc>
              <a:spcBef>
                <a:spcPts val="600"/>
              </a:spcBef>
              <a:spcAft>
                <a:spcPts val="0"/>
              </a:spcAft>
              <a:buClr>
                <a:schemeClr val="dk1"/>
              </a:buClr>
              <a:buSzPct val="100000"/>
              <a:buNone/>
            </a:pPr>
            <a:r>
              <a:t/>
            </a:r>
            <a:endParaRPr/>
          </a:p>
          <a:p>
            <a:pPr indent="-117348" lvl="1" marL="612648" rtl="0" algn="l">
              <a:lnSpc>
                <a:spcPct val="90000"/>
              </a:lnSpc>
              <a:spcBef>
                <a:spcPts val="600"/>
              </a:spcBef>
              <a:spcAft>
                <a:spcPts val="0"/>
              </a:spcAft>
              <a:buClr>
                <a:schemeClr val="dk1"/>
              </a:buClr>
              <a:buSzPct val="100000"/>
              <a:buNone/>
            </a:pPr>
            <a:r>
              <a:t/>
            </a:r>
            <a:endParaRPr/>
          </a:p>
          <a:p>
            <a:pPr indent="-117348" lvl="1" marL="612648" rtl="0" algn="l">
              <a:lnSpc>
                <a:spcPct val="90000"/>
              </a:lnSpc>
              <a:spcBef>
                <a:spcPts val="600"/>
              </a:spcBef>
              <a:spcAft>
                <a:spcPts val="0"/>
              </a:spcAft>
              <a:buClr>
                <a:schemeClr val="dk1"/>
              </a:buClr>
              <a:buSzPct val="100000"/>
              <a:buNone/>
            </a:pPr>
            <a:r>
              <a:t/>
            </a:r>
            <a:endParaRPr/>
          </a:p>
          <a:p>
            <a:pPr indent="-117348" lvl="1" marL="612648" rtl="0" algn="l">
              <a:lnSpc>
                <a:spcPct val="90000"/>
              </a:lnSpc>
              <a:spcBef>
                <a:spcPts val="600"/>
              </a:spcBef>
              <a:spcAft>
                <a:spcPts val="0"/>
              </a:spcAft>
              <a:buClr>
                <a:schemeClr val="dk1"/>
              </a:buClr>
              <a:buSzPct val="100000"/>
              <a:buNone/>
            </a:pPr>
            <a:r>
              <a:t/>
            </a:r>
            <a:endParaRPr/>
          </a:p>
          <a:p>
            <a:pPr indent="-117348" lvl="1" marL="612648" rtl="0" algn="l">
              <a:lnSpc>
                <a:spcPct val="90000"/>
              </a:lnSpc>
              <a:spcBef>
                <a:spcPts val="600"/>
              </a:spcBef>
              <a:spcAft>
                <a:spcPts val="0"/>
              </a:spcAft>
              <a:buClr>
                <a:schemeClr val="dk1"/>
              </a:buClr>
              <a:buSzPct val="100000"/>
              <a:buNone/>
            </a:pPr>
            <a:r>
              <a:t/>
            </a:r>
            <a:endParaRPr b="1"/>
          </a:p>
          <a:p>
            <a:pPr indent="-117348" lvl="1" marL="612648" rtl="0" algn="l">
              <a:lnSpc>
                <a:spcPct val="90000"/>
              </a:lnSpc>
              <a:spcBef>
                <a:spcPts val="6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9"/>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50" name="Google Shape;450;p49"/>
          <p:cNvSpPr txBox="1"/>
          <p:nvPr>
            <p:ph idx="1" type="body"/>
          </p:nvPr>
        </p:nvSpPr>
        <p:spPr>
          <a:xfrm>
            <a:off x="1593436" y="1600200"/>
            <a:ext cx="9973584" cy="460648"/>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90000"/>
              </a:lnSpc>
              <a:spcBef>
                <a:spcPts val="0"/>
              </a:spcBef>
              <a:spcAft>
                <a:spcPts val="0"/>
              </a:spcAft>
              <a:buClr>
                <a:schemeClr val="dk1"/>
              </a:buClr>
              <a:buSzPts val="2800"/>
              <a:buChar char="›"/>
            </a:pPr>
            <a:r>
              <a:rPr b="1" lang="en-US"/>
              <a:t>Chen Notation</a:t>
            </a:r>
            <a:endParaRPr sz="21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451" name="Google Shape;451;p49"/>
          <p:cNvPicPr preferRelativeResize="0"/>
          <p:nvPr/>
        </p:nvPicPr>
        <p:blipFill rotWithShape="1">
          <a:blip r:embed="rId3">
            <a:alphaModFix/>
          </a:blip>
          <a:srcRect b="0" l="0" r="0" t="0"/>
          <a:stretch/>
        </p:blipFill>
        <p:spPr>
          <a:xfrm>
            <a:off x="5158308" y="1443825"/>
            <a:ext cx="5184576" cy="53333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0"/>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57" name="Google Shape;457;p50"/>
          <p:cNvSpPr txBox="1"/>
          <p:nvPr>
            <p:ph idx="1" type="body"/>
          </p:nvPr>
        </p:nvSpPr>
        <p:spPr>
          <a:xfrm>
            <a:off x="1593436" y="1600200"/>
            <a:ext cx="9973584" cy="460648"/>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90000"/>
              </a:lnSpc>
              <a:spcBef>
                <a:spcPts val="0"/>
              </a:spcBef>
              <a:spcAft>
                <a:spcPts val="0"/>
              </a:spcAft>
              <a:buClr>
                <a:schemeClr val="dk1"/>
              </a:buClr>
              <a:buSzPts val="2800"/>
              <a:buChar char="›"/>
            </a:pPr>
            <a:r>
              <a:rPr b="1" lang="en-US"/>
              <a:t>Chen Notation</a:t>
            </a:r>
            <a:endParaRPr sz="21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458" name="Google Shape;458;p50"/>
          <p:cNvPicPr preferRelativeResize="0"/>
          <p:nvPr/>
        </p:nvPicPr>
        <p:blipFill rotWithShape="1">
          <a:blip r:embed="rId3">
            <a:alphaModFix/>
          </a:blip>
          <a:srcRect b="0" l="0" r="0" t="0"/>
          <a:stretch/>
        </p:blipFill>
        <p:spPr>
          <a:xfrm>
            <a:off x="5277307" y="1618674"/>
            <a:ext cx="5286814" cy="494116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1"/>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64" name="Google Shape;464;p51"/>
          <p:cNvSpPr txBox="1"/>
          <p:nvPr>
            <p:ph idx="1" type="body"/>
          </p:nvPr>
        </p:nvSpPr>
        <p:spPr>
          <a:xfrm>
            <a:off x="1593436" y="1600200"/>
            <a:ext cx="9973584" cy="460648"/>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90000"/>
              </a:lnSpc>
              <a:spcBef>
                <a:spcPts val="0"/>
              </a:spcBef>
              <a:spcAft>
                <a:spcPts val="0"/>
              </a:spcAft>
              <a:buClr>
                <a:schemeClr val="dk1"/>
              </a:buClr>
              <a:buSzPts val="2800"/>
              <a:buChar char="›"/>
            </a:pPr>
            <a:r>
              <a:rPr b="1" lang="en-US"/>
              <a:t>Crow’s foot</a:t>
            </a:r>
            <a:endParaRPr sz="21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465" name="Google Shape;465;p51"/>
          <p:cNvPicPr preferRelativeResize="0"/>
          <p:nvPr/>
        </p:nvPicPr>
        <p:blipFill rotWithShape="1">
          <a:blip r:embed="rId3">
            <a:alphaModFix/>
          </a:blip>
          <a:srcRect b="0" l="0" r="0" t="0"/>
          <a:stretch/>
        </p:blipFill>
        <p:spPr>
          <a:xfrm>
            <a:off x="4942284" y="1487919"/>
            <a:ext cx="5083826" cy="501004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2"/>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71" name="Google Shape;471;p52"/>
          <p:cNvSpPr txBox="1"/>
          <p:nvPr>
            <p:ph idx="1" type="body"/>
          </p:nvPr>
        </p:nvSpPr>
        <p:spPr>
          <a:xfrm>
            <a:off x="1593436" y="1600200"/>
            <a:ext cx="9973584" cy="460648"/>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90000"/>
              </a:lnSpc>
              <a:spcBef>
                <a:spcPts val="0"/>
              </a:spcBef>
              <a:spcAft>
                <a:spcPts val="0"/>
              </a:spcAft>
              <a:buClr>
                <a:schemeClr val="dk1"/>
              </a:buClr>
              <a:buSzPts val="2800"/>
              <a:buChar char="›"/>
            </a:pPr>
            <a:r>
              <a:rPr b="1" lang="en-US"/>
              <a:t>Crow’s foot</a:t>
            </a:r>
            <a:endParaRPr sz="21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472" name="Google Shape;472;p52"/>
          <p:cNvPicPr preferRelativeResize="0"/>
          <p:nvPr/>
        </p:nvPicPr>
        <p:blipFill rotWithShape="1">
          <a:blip r:embed="rId3">
            <a:alphaModFix/>
          </a:blip>
          <a:srcRect b="0" l="0" r="0" t="0"/>
          <a:stretch/>
        </p:blipFill>
        <p:spPr>
          <a:xfrm>
            <a:off x="4942284" y="1487919"/>
            <a:ext cx="5083826" cy="501004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3"/>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78" name="Google Shape;478;p53"/>
          <p:cNvSpPr txBox="1"/>
          <p:nvPr>
            <p:ph idx="1" type="body"/>
          </p:nvPr>
        </p:nvSpPr>
        <p:spPr>
          <a:xfrm>
            <a:off x="1593436" y="1600200"/>
            <a:ext cx="9973584" cy="460648"/>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90000"/>
              </a:lnSpc>
              <a:spcBef>
                <a:spcPts val="0"/>
              </a:spcBef>
              <a:spcAft>
                <a:spcPts val="0"/>
              </a:spcAft>
              <a:buClr>
                <a:schemeClr val="dk1"/>
              </a:buClr>
              <a:buSzPts val="2800"/>
              <a:buChar char="›"/>
            </a:pPr>
            <a:r>
              <a:rPr b="1" lang="en-US"/>
              <a:t>IDE1FX foot</a:t>
            </a:r>
            <a:endParaRPr sz="21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479" name="Google Shape;479;p53"/>
          <p:cNvPicPr preferRelativeResize="0"/>
          <p:nvPr/>
        </p:nvPicPr>
        <p:blipFill rotWithShape="1">
          <a:blip r:embed="rId3">
            <a:alphaModFix/>
          </a:blip>
          <a:srcRect b="0" l="0" r="0" t="0"/>
          <a:stretch/>
        </p:blipFill>
        <p:spPr>
          <a:xfrm>
            <a:off x="5734372" y="1484784"/>
            <a:ext cx="5104443" cy="50131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4"/>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485" name="Google Shape;485;p54"/>
          <p:cNvSpPr txBox="1"/>
          <p:nvPr>
            <p:ph idx="1" type="body"/>
          </p:nvPr>
        </p:nvSpPr>
        <p:spPr>
          <a:xfrm>
            <a:off x="1593436" y="1600200"/>
            <a:ext cx="9973584" cy="460648"/>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90000"/>
              </a:lnSpc>
              <a:spcBef>
                <a:spcPts val="0"/>
              </a:spcBef>
              <a:spcAft>
                <a:spcPts val="0"/>
              </a:spcAft>
              <a:buClr>
                <a:schemeClr val="dk1"/>
              </a:buClr>
              <a:buSzPts val="2800"/>
              <a:buChar char="›"/>
            </a:pPr>
            <a:r>
              <a:rPr b="1" lang="en-US"/>
              <a:t>Barker Style</a:t>
            </a:r>
            <a:endParaRPr sz="21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486" name="Google Shape;486;p54"/>
          <p:cNvPicPr preferRelativeResize="0"/>
          <p:nvPr/>
        </p:nvPicPr>
        <p:blipFill rotWithShape="1">
          <a:blip r:embed="rId3">
            <a:alphaModFix/>
          </a:blip>
          <a:srcRect b="0" l="0" r="0" t="0"/>
          <a:stretch/>
        </p:blipFill>
        <p:spPr>
          <a:xfrm>
            <a:off x="4653206" y="1600200"/>
            <a:ext cx="5808192" cy="5080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5"/>
          <p:cNvSpPr txBox="1"/>
          <p:nvPr>
            <p:ph type="title"/>
          </p:nvPr>
        </p:nvSpPr>
        <p:spPr>
          <a:xfrm>
            <a:off x="1485900" y="28935"/>
            <a:ext cx="9782801" cy="50405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343F49"/>
              </a:buClr>
              <a:buSzPct val="100000"/>
              <a:buFont typeface="Arial"/>
              <a:buNone/>
            </a:pPr>
            <a:r>
              <a:rPr lang="en-US"/>
              <a:t>Data Model – Entity Relationship Diagram</a:t>
            </a:r>
            <a:endParaRPr/>
          </a:p>
        </p:txBody>
      </p:sp>
      <p:sp>
        <p:nvSpPr>
          <p:cNvPr id="492" name="Google Shape;492;p55"/>
          <p:cNvSpPr txBox="1"/>
          <p:nvPr>
            <p:ph idx="1" type="body"/>
          </p:nvPr>
        </p:nvSpPr>
        <p:spPr>
          <a:xfrm>
            <a:off x="1485573" y="552798"/>
            <a:ext cx="9973584" cy="316632"/>
          </a:xfrm>
          <a:prstGeom prst="rect">
            <a:avLst/>
          </a:prstGeom>
          <a:noFill/>
          <a:ln>
            <a:noFill/>
          </a:ln>
        </p:spPr>
        <p:txBody>
          <a:bodyPr anchorCtr="0" anchor="t" bIns="45700" lIns="91425" spcFirstLastPara="1" rIns="91425" wrap="square" tIns="45700">
            <a:normAutofit fontScale="70000" lnSpcReduction="20000"/>
          </a:bodyPr>
          <a:lstStyle/>
          <a:p>
            <a:pPr indent="-246888" lvl="0" marL="246888" rtl="0" algn="l">
              <a:lnSpc>
                <a:spcPct val="90000"/>
              </a:lnSpc>
              <a:spcBef>
                <a:spcPts val="0"/>
              </a:spcBef>
              <a:spcAft>
                <a:spcPts val="0"/>
              </a:spcAft>
              <a:buClr>
                <a:schemeClr val="dk1"/>
              </a:buClr>
              <a:buSzPct val="133333"/>
              <a:buChar char="›"/>
            </a:pPr>
            <a:r>
              <a:rPr b="1" lang="en-US"/>
              <a:t>Example of each style</a:t>
            </a:r>
            <a:endParaRPr sz="2100"/>
          </a:p>
          <a:p>
            <a:pPr indent="-153543" lvl="2" marL="978408" rtl="0" algn="l">
              <a:lnSpc>
                <a:spcPct val="90000"/>
              </a:lnSpc>
              <a:spcBef>
                <a:spcPts val="600"/>
              </a:spcBef>
              <a:spcAft>
                <a:spcPts val="0"/>
              </a:spcAft>
              <a:buClr>
                <a:schemeClr val="dk1"/>
              </a:buClr>
              <a:buSzPct val="100000"/>
              <a:buNone/>
            </a:pPr>
            <a:r>
              <a:t/>
            </a:r>
            <a:endParaRPr sz="2100"/>
          </a:p>
          <a:p>
            <a:pPr indent="-157988" lvl="2" marL="978408" rtl="0" algn="l">
              <a:lnSpc>
                <a:spcPct val="90000"/>
              </a:lnSpc>
              <a:spcBef>
                <a:spcPts val="600"/>
              </a:spcBef>
              <a:spcAft>
                <a:spcPts val="0"/>
              </a:spcAft>
              <a:buClr>
                <a:schemeClr val="dk1"/>
              </a:buClr>
              <a:buSzPct val="100000"/>
              <a:buNone/>
            </a:pPr>
            <a:r>
              <a:t/>
            </a:r>
            <a:endParaRPr/>
          </a:p>
          <a:p>
            <a:pPr indent="-157988" lvl="2" marL="978408" rtl="0" algn="l">
              <a:lnSpc>
                <a:spcPct val="90000"/>
              </a:lnSpc>
              <a:spcBef>
                <a:spcPts val="600"/>
              </a:spcBef>
              <a:spcAft>
                <a:spcPts val="0"/>
              </a:spcAft>
              <a:buClr>
                <a:schemeClr val="dk1"/>
              </a:buClr>
              <a:buSzPct val="100000"/>
              <a:buNone/>
            </a:pPr>
            <a:r>
              <a:t/>
            </a:r>
            <a:endParaRPr/>
          </a:p>
          <a:p>
            <a:pPr indent="-157988" lvl="2" marL="978408" rtl="0" algn="l">
              <a:lnSpc>
                <a:spcPct val="90000"/>
              </a:lnSpc>
              <a:spcBef>
                <a:spcPts val="600"/>
              </a:spcBef>
              <a:spcAft>
                <a:spcPts val="0"/>
              </a:spcAft>
              <a:buClr>
                <a:schemeClr val="dk1"/>
              </a:buClr>
              <a:buSzPct val="100000"/>
              <a:buNone/>
            </a:pPr>
            <a:r>
              <a:t/>
            </a:r>
            <a:endParaRPr/>
          </a:p>
          <a:p>
            <a:pPr indent="-157988" lvl="2" marL="97840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b="1"/>
          </a:p>
          <a:p>
            <a:pPr indent="-140208" lvl="1" marL="612648" rtl="0" algn="l">
              <a:lnSpc>
                <a:spcPct val="90000"/>
              </a:lnSpc>
              <a:spcBef>
                <a:spcPts val="600"/>
              </a:spcBef>
              <a:spcAft>
                <a:spcPts val="0"/>
              </a:spcAft>
              <a:buClr>
                <a:schemeClr val="dk1"/>
              </a:buClr>
              <a:buSzPct val="100000"/>
              <a:buNone/>
            </a:pPr>
            <a:r>
              <a:t/>
            </a:r>
            <a:endParaRPr/>
          </a:p>
        </p:txBody>
      </p:sp>
      <p:pic>
        <p:nvPicPr>
          <p:cNvPr id="493" name="Google Shape;493;p55"/>
          <p:cNvPicPr preferRelativeResize="0"/>
          <p:nvPr/>
        </p:nvPicPr>
        <p:blipFill rotWithShape="1">
          <a:blip r:embed="rId3">
            <a:alphaModFix/>
          </a:blip>
          <a:srcRect b="0" l="0" r="0" t="0"/>
          <a:stretch/>
        </p:blipFill>
        <p:spPr>
          <a:xfrm>
            <a:off x="5086300" y="552798"/>
            <a:ext cx="4443821" cy="634400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6"/>
          <p:cNvSpPr txBox="1"/>
          <p:nvPr>
            <p:ph type="title"/>
          </p:nvPr>
        </p:nvSpPr>
        <p:spPr>
          <a:xfrm>
            <a:off x="1589326" y="1954"/>
            <a:ext cx="9782801" cy="5148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343F49"/>
              </a:buClr>
              <a:buSzPct val="100000"/>
              <a:buFont typeface="Arial"/>
              <a:buNone/>
            </a:pPr>
            <a:r>
              <a:rPr lang="en-US"/>
              <a:t>Data Model – Entity Relationship Diagram eg</a:t>
            </a:r>
            <a:endParaRPr/>
          </a:p>
        </p:txBody>
      </p:sp>
      <p:sp>
        <p:nvSpPr>
          <p:cNvPr id="499" name="Google Shape;499;p56"/>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100"/>
              <a:buChar char="›"/>
            </a:pPr>
            <a:r>
              <a:rPr lang="en-US" sz="2100"/>
              <a:t>kjkl</a:t>
            </a:r>
            <a:endParaRPr sz="21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500" name="Google Shape;500;p56"/>
          <p:cNvPicPr preferRelativeResize="0"/>
          <p:nvPr/>
        </p:nvPicPr>
        <p:blipFill rotWithShape="1">
          <a:blip r:embed="rId3">
            <a:alphaModFix/>
          </a:blip>
          <a:srcRect b="0" l="0" r="0" t="0"/>
          <a:stretch/>
        </p:blipFill>
        <p:spPr>
          <a:xfrm>
            <a:off x="1607028" y="517395"/>
            <a:ext cx="7772400" cy="63122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7"/>
          <p:cNvSpPr txBox="1"/>
          <p:nvPr>
            <p:ph type="title"/>
          </p:nvPr>
        </p:nvSpPr>
        <p:spPr>
          <a:xfrm>
            <a:off x="1589326" y="1954"/>
            <a:ext cx="9782801" cy="5148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343F49"/>
              </a:buClr>
              <a:buSzPct val="100000"/>
              <a:buFont typeface="Arial"/>
              <a:buNone/>
            </a:pPr>
            <a:r>
              <a:rPr lang="en-US"/>
              <a:t>Data Model – Entity Relationship Diagram eg</a:t>
            </a:r>
            <a:endParaRPr/>
          </a:p>
        </p:txBody>
      </p:sp>
      <p:sp>
        <p:nvSpPr>
          <p:cNvPr id="506" name="Google Shape;506;p57"/>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100"/>
              <a:buChar char="›"/>
            </a:pPr>
            <a:r>
              <a:rPr lang="en-US" sz="2100"/>
              <a:t>kjkl</a:t>
            </a:r>
            <a:endParaRPr sz="21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507" name="Google Shape;507;p57"/>
          <p:cNvPicPr preferRelativeResize="0"/>
          <p:nvPr/>
        </p:nvPicPr>
        <p:blipFill rotWithShape="1">
          <a:blip r:embed="rId3">
            <a:alphaModFix/>
          </a:blip>
          <a:srcRect b="0" l="0" r="0" t="0"/>
          <a:stretch/>
        </p:blipFill>
        <p:spPr>
          <a:xfrm>
            <a:off x="1243878" y="692696"/>
            <a:ext cx="10473696" cy="565262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8"/>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513" name="Google Shape;513;p58"/>
          <p:cNvSpPr txBox="1"/>
          <p:nvPr>
            <p:ph idx="1" type="body"/>
          </p:nvPr>
        </p:nvSpPr>
        <p:spPr>
          <a:xfrm>
            <a:off x="1593436" y="1600200"/>
            <a:ext cx="9901576" cy="4925144"/>
          </a:xfrm>
          <a:prstGeom prst="rect">
            <a:avLst/>
          </a:prstGeom>
          <a:noFill/>
          <a:ln>
            <a:noFill/>
          </a:ln>
        </p:spPr>
        <p:txBody>
          <a:bodyPr anchorCtr="0" anchor="t" bIns="45700" lIns="91425" spcFirstLastPara="1" rIns="91425" wrap="square" tIns="45700">
            <a:normAutofit fontScale="92500"/>
          </a:bodyPr>
          <a:lstStyle/>
          <a:p>
            <a:pPr indent="-246888" lvl="0" marL="246888" rtl="0" algn="l">
              <a:lnSpc>
                <a:spcPct val="90000"/>
              </a:lnSpc>
              <a:spcBef>
                <a:spcPts val="0"/>
              </a:spcBef>
              <a:spcAft>
                <a:spcPts val="0"/>
              </a:spcAft>
              <a:buClr>
                <a:schemeClr val="dk1"/>
              </a:buClr>
              <a:buSzPct val="100000"/>
              <a:buChar char="›"/>
            </a:pPr>
            <a:r>
              <a:rPr b="1" lang="en-US"/>
              <a:t>Question 1 – Create  an ER diagram for following details</a:t>
            </a:r>
            <a:endParaRPr/>
          </a:p>
          <a:p>
            <a:pPr indent="-246888" lvl="1" marL="612648" rtl="0" algn="l">
              <a:lnSpc>
                <a:spcPct val="100000"/>
              </a:lnSpc>
              <a:spcBef>
                <a:spcPts val="600"/>
              </a:spcBef>
              <a:spcAft>
                <a:spcPts val="0"/>
              </a:spcAft>
              <a:buClr>
                <a:schemeClr val="dk1"/>
              </a:buClr>
              <a:buSzPct val="100000"/>
              <a:buChar char="–"/>
            </a:pPr>
            <a:r>
              <a:rPr lang="en-US"/>
              <a:t>UPS prides itself on having up-to-date information on the processing and current location of each shipped item. To do this, UPS relies on a company-wide information system. Shipped items are the heart of the UPS product tracking information system. Shipped items can be characterized by item number (unique), weight, dimensions, insurance amount, destination, and final delivery date. Shipped items are received into the UPS system at a single retail center. Retail centers are characterized by their type, uniqueID, and address. Shipped items make their way to their destination via one or more standard UPS transportation events (i.e., flights, truck deliveries).  These transportation events are characterized by a unique scheduleNumber, a type (e.g, flight, truck), and a deliveryRoute.</a:t>
            </a:r>
            <a:endParaRPr/>
          </a:p>
          <a:p>
            <a:pPr indent="-105918" lvl="1" marL="612648" rtl="0" algn="l">
              <a:lnSpc>
                <a:spcPct val="90000"/>
              </a:lnSpc>
              <a:spcBef>
                <a:spcPts val="600"/>
              </a:spcBef>
              <a:spcAft>
                <a:spcPts val="0"/>
              </a:spcAft>
              <a:buClr>
                <a:schemeClr val="dk1"/>
              </a:buClr>
              <a:buSzPct val="100000"/>
              <a:buNone/>
            </a:pPr>
            <a:r>
              <a:t/>
            </a:r>
            <a:endParaRPr/>
          </a:p>
          <a:p>
            <a:pPr indent="-105918" lvl="1" marL="612648" rtl="0" algn="l">
              <a:lnSpc>
                <a:spcPct val="90000"/>
              </a:lnSpc>
              <a:spcBef>
                <a:spcPts val="600"/>
              </a:spcBef>
              <a:spcAft>
                <a:spcPts val="0"/>
              </a:spcAft>
              <a:buClr>
                <a:schemeClr val="dk1"/>
              </a:buClr>
              <a:buSzPct val="100000"/>
              <a:buNone/>
            </a:pPr>
            <a:r>
              <a:t/>
            </a:r>
            <a:endParaRPr/>
          </a:p>
          <a:p>
            <a:pPr indent="-105918" lvl="1" marL="612648" rtl="0" algn="l">
              <a:lnSpc>
                <a:spcPct val="90000"/>
              </a:lnSpc>
              <a:spcBef>
                <a:spcPts val="600"/>
              </a:spcBef>
              <a:spcAft>
                <a:spcPts val="0"/>
              </a:spcAft>
              <a:buClr>
                <a:schemeClr val="dk1"/>
              </a:buClr>
              <a:buSzPct val="100000"/>
              <a:buNone/>
            </a:pPr>
            <a:r>
              <a:t/>
            </a:r>
            <a:endParaRPr b="1"/>
          </a:p>
          <a:p>
            <a:pPr indent="-105918" lvl="1" marL="612648" rtl="0" algn="l">
              <a:lnSpc>
                <a:spcPct val="90000"/>
              </a:lnSpc>
              <a:spcBef>
                <a:spcPts val="6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59"/>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519" name="Google Shape;519;p59"/>
          <p:cNvSpPr txBox="1"/>
          <p:nvPr>
            <p:ph idx="1" type="body"/>
          </p:nvPr>
        </p:nvSpPr>
        <p:spPr>
          <a:xfrm>
            <a:off x="1593436" y="1600200"/>
            <a:ext cx="9901576" cy="4925144"/>
          </a:xfrm>
          <a:prstGeom prst="rect">
            <a:avLst/>
          </a:prstGeom>
          <a:noFill/>
          <a:ln>
            <a:noFill/>
          </a:ln>
        </p:spPr>
        <p:txBody>
          <a:bodyPr anchorCtr="0" anchor="t" bIns="45700" lIns="91425" spcFirstLastPara="1" rIns="91425" wrap="square" tIns="45700">
            <a:normAutofit/>
          </a:bodyPr>
          <a:lstStyle/>
          <a:p>
            <a:pPr indent="-94488" lvl="1" marL="612648" rtl="0" algn="l">
              <a:lnSpc>
                <a:spcPct val="90000"/>
              </a:lnSpc>
              <a:spcBef>
                <a:spcPts val="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520" name="Google Shape;520;p59"/>
          <p:cNvPicPr preferRelativeResize="0"/>
          <p:nvPr/>
        </p:nvPicPr>
        <p:blipFill rotWithShape="1">
          <a:blip r:embed="rId3">
            <a:alphaModFix/>
          </a:blip>
          <a:srcRect b="0" l="0" r="0" t="0"/>
          <a:stretch/>
        </p:blipFill>
        <p:spPr>
          <a:xfrm>
            <a:off x="1701924" y="1389497"/>
            <a:ext cx="8280920" cy="545436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0"/>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526" name="Google Shape;526;p60"/>
          <p:cNvSpPr txBox="1"/>
          <p:nvPr>
            <p:ph idx="1" type="body"/>
          </p:nvPr>
        </p:nvSpPr>
        <p:spPr>
          <a:xfrm>
            <a:off x="1593436" y="1600200"/>
            <a:ext cx="9901576" cy="4925144"/>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US"/>
              <a:t>Question 2 – Create  an ER diagram for following details</a:t>
            </a:r>
            <a:endParaRPr/>
          </a:p>
          <a:p>
            <a:pPr indent="-246888" lvl="1" marL="612648" rtl="0" algn="l">
              <a:lnSpc>
                <a:spcPct val="100000"/>
              </a:lnSpc>
              <a:spcBef>
                <a:spcPts val="600"/>
              </a:spcBef>
              <a:spcAft>
                <a:spcPts val="0"/>
              </a:spcAft>
              <a:buClr>
                <a:schemeClr val="dk1"/>
              </a:buClr>
              <a:buSzPts val="2400"/>
              <a:buChar char="–"/>
            </a:pPr>
            <a:r>
              <a:rPr lang="en-US"/>
              <a:t>An automobile insurance company needs to keep track of information about vehicle. The company has to store information of customer, car and accident. Customer information is LicenseNo, name and address. Customers can own one or more cars, where the car information is PlateNo, model and year. A car may or may not involved in many accidents. If the car is involved in an accident, the information that will be stored is Report_number, location and date.</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1"/>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532" name="Google Shape;532;p61"/>
          <p:cNvSpPr txBox="1"/>
          <p:nvPr>
            <p:ph idx="1" type="body"/>
          </p:nvPr>
        </p:nvSpPr>
        <p:spPr>
          <a:xfrm>
            <a:off x="1593436" y="1600200"/>
            <a:ext cx="9901576" cy="4925144"/>
          </a:xfrm>
          <a:prstGeom prst="rect">
            <a:avLst/>
          </a:prstGeom>
          <a:noFill/>
          <a:ln>
            <a:noFill/>
          </a:ln>
        </p:spPr>
        <p:txBody>
          <a:bodyPr anchorCtr="0" anchor="t" bIns="45700" lIns="91425" spcFirstLastPara="1" rIns="91425" wrap="square" tIns="45700">
            <a:normAutofit/>
          </a:bodyPr>
          <a:lstStyle/>
          <a:p>
            <a:pPr indent="-94488" lvl="1" marL="612648" rtl="0" algn="l">
              <a:lnSpc>
                <a:spcPct val="90000"/>
              </a:lnSpc>
              <a:spcBef>
                <a:spcPts val="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533" name="Google Shape;533;p61"/>
          <p:cNvPicPr preferRelativeResize="0"/>
          <p:nvPr/>
        </p:nvPicPr>
        <p:blipFill rotWithShape="1">
          <a:blip r:embed="rId3">
            <a:alphaModFix/>
          </a:blip>
          <a:srcRect b="0" l="0" r="0" t="0"/>
          <a:stretch/>
        </p:blipFill>
        <p:spPr>
          <a:xfrm>
            <a:off x="1989956" y="1387112"/>
            <a:ext cx="7272808" cy="547088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2"/>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539" name="Google Shape;539;p62"/>
          <p:cNvSpPr txBox="1"/>
          <p:nvPr>
            <p:ph idx="1" type="body"/>
          </p:nvPr>
        </p:nvSpPr>
        <p:spPr>
          <a:xfrm>
            <a:off x="1593436" y="1600200"/>
            <a:ext cx="9901576" cy="4925144"/>
          </a:xfrm>
          <a:prstGeom prst="rect">
            <a:avLst/>
          </a:prstGeom>
          <a:noFill/>
          <a:ln>
            <a:noFill/>
          </a:ln>
        </p:spPr>
        <p:txBody>
          <a:bodyPr anchorCtr="0" anchor="t" bIns="45700" lIns="91425" spcFirstLastPara="1" rIns="91425" wrap="square" tIns="45700">
            <a:normAutofit fontScale="92500"/>
          </a:bodyPr>
          <a:lstStyle/>
          <a:p>
            <a:pPr indent="-246888" lvl="0" marL="246888" rtl="0" algn="l">
              <a:lnSpc>
                <a:spcPct val="90000"/>
              </a:lnSpc>
              <a:spcBef>
                <a:spcPts val="0"/>
              </a:spcBef>
              <a:spcAft>
                <a:spcPts val="0"/>
              </a:spcAft>
              <a:buClr>
                <a:schemeClr val="dk1"/>
              </a:buClr>
              <a:buSzPct val="100000"/>
              <a:buChar char="›"/>
            </a:pPr>
            <a:r>
              <a:rPr b="1" lang="en-US"/>
              <a:t>Question 3 – Create  an ER diagram for following details</a:t>
            </a:r>
            <a:endParaRPr/>
          </a:p>
          <a:p>
            <a:pPr indent="-246888" lvl="1" marL="612648" rtl="0" algn="l">
              <a:lnSpc>
                <a:spcPct val="100000"/>
              </a:lnSpc>
              <a:spcBef>
                <a:spcPts val="600"/>
              </a:spcBef>
              <a:spcAft>
                <a:spcPts val="0"/>
              </a:spcAft>
              <a:buClr>
                <a:schemeClr val="dk1"/>
              </a:buClr>
              <a:buSzPct val="100000"/>
              <a:buChar char="–"/>
            </a:pPr>
            <a:r>
              <a:rPr lang="en-US"/>
              <a:t>Create a Crow’s foot ERD that correctly depicts the following requirements: An INVOICE is written by a SALESREP. Each sales representative can write many invoices, but each invoice is written by a single sales representative. The INVOICE is written for a single CUSTOMER. However, each customer can have many invoices. An INVOICE can include many detail lines (LINE), each of which describes one product bought by the customer. The product information is stored in a PRODUCT entity. The product’s vendor information is found in a VENDOR entity. The ERD must reflect business rules that you are free to define (within reason). Make sure that your ERD reflects the conditions you require. Finally, make sure that you include the attributes that would permit the model to be successfully implemented.</a:t>
            </a:r>
            <a:endParaRPr/>
          </a:p>
          <a:p>
            <a:pPr indent="-105918" lvl="1" marL="612648" rtl="0" algn="l">
              <a:lnSpc>
                <a:spcPct val="90000"/>
              </a:lnSpc>
              <a:spcBef>
                <a:spcPts val="600"/>
              </a:spcBef>
              <a:spcAft>
                <a:spcPts val="0"/>
              </a:spcAft>
              <a:buClr>
                <a:schemeClr val="dk1"/>
              </a:buClr>
              <a:buSzPct val="100000"/>
              <a:buNone/>
            </a:pPr>
            <a:r>
              <a:t/>
            </a:r>
            <a:endParaRPr/>
          </a:p>
          <a:p>
            <a:pPr indent="-105918" lvl="1" marL="612648" rtl="0" algn="l">
              <a:lnSpc>
                <a:spcPct val="90000"/>
              </a:lnSpc>
              <a:spcBef>
                <a:spcPts val="600"/>
              </a:spcBef>
              <a:spcAft>
                <a:spcPts val="0"/>
              </a:spcAft>
              <a:buClr>
                <a:schemeClr val="dk1"/>
              </a:buClr>
              <a:buSzPct val="100000"/>
              <a:buNone/>
            </a:pPr>
            <a:r>
              <a:t/>
            </a:r>
            <a:endParaRPr/>
          </a:p>
          <a:p>
            <a:pPr indent="-105918" lvl="1" marL="612648" rtl="0" algn="l">
              <a:lnSpc>
                <a:spcPct val="90000"/>
              </a:lnSpc>
              <a:spcBef>
                <a:spcPts val="600"/>
              </a:spcBef>
              <a:spcAft>
                <a:spcPts val="0"/>
              </a:spcAft>
              <a:buClr>
                <a:schemeClr val="dk1"/>
              </a:buClr>
              <a:buSzPct val="100000"/>
              <a:buNone/>
            </a:pPr>
            <a:r>
              <a:t/>
            </a:r>
            <a:endParaRPr b="1"/>
          </a:p>
          <a:p>
            <a:pPr indent="-105918" lvl="1" marL="612648" rtl="0" algn="l">
              <a:lnSpc>
                <a:spcPct val="90000"/>
              </a:lnSpc>
              <a:spcBef>
                <a:spcPts val="6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3"/>
          <p:cNvSpPr txBox="1"/>
          <p:nvPr>
            <p:ph type="title"/>
          </p:nvPr>
        </p:nvSpPr>
        <p:spPr>
          <a:xfrm>
            <a:off x="1588101" y="116632"/>
            <a:ext cx="9782801" cy="64807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Entity Relationship Diagram</a:t>
            </a:r>
            <a:endParaRPr/>
          </a:p>
        </p:txBody>
      </p:sp>
      <p:sp>
        <p:nvSpPr>
          <p:cNvPr id="545" name="Google Shape;545;p63"/>
          <p:cNvSpPr txBox="1"/>
          <p:nvPr>
            <p:ph idx="1" type="body"/>
          </p:nvPr>
        </p:nvSpPr>
        <p:spPr>
          <a:xfrm>
            <a:off x="1593436" y="1600200"/>
            <a:ext cx="9901576" cy="4925144"/>
          </a:xfrm>
          <a:prstGeom prst="rect">
            <a:avLst/>
          </a:prstGeom>
          <a:noFill/>
          <a:ln>
            <a:noFill/>
          </a:ln>
        </p:spPr>
        <p:txBody>
          <a:bodyPr anchorCtr="0" anchor="t" bIns="45700" lIns="91425" spcFirstLastPara="1" rIns="91425" wrap="square" tIns="45700">
            <a:normAutofit/>
          </a:bodyPr>
          <a:lstStyle/>
          <a:p>
            <a:pPr indent="-94488" lvl="1" marL="612648" rtl="0" algn="l">
              <a:lnSpc>
                <a:spcPct val="90000"/>
              </a:lnSpc>
              <a:spcBef>
                <a:spcPts val="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546" name="Google Shape;546;p63"/>
          <p:cNvPicPr preferRelativeResize="0"/>
          <p:nvPr/>
        </p:nvPicPr>
        <p:blipFill rotWithShape="1">
          <a:blip r:embed="rId3">
            <a:alphaModFix/>
          </a:blip>
          <a:srcRect b="0" l="0" r="0" t="0"/>
          <a:stretch/>
        </p:blipFill>
        <p:spPr>
          <a:xfrm>
            <a:off x="3142084" y="808726"/>
            <a:ext cx="6483387" cy="604927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4"/>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Normalize ERD</a:t>
            </a:r>
            <a:endParaRPr/>
          </a:p>
        </p:txBody>
      </p:sp>
      <p:sp>
        <p:nvSpPr>
          <p:cNvPr id="552" name="Google Shape;552;p64"/>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fontScale="92500" lnSpcReduction="20000"/>
          </a:bodyPr>
          <a:lstStyle/>
          <a:p>
            <a:pPr indent="-246919" lvl="0" marL="246888" rtl="0" algn="just">
              <a:lnSpc>
                <a:spcPct val="110000"/>
              </a:lnSpc>
              <a:spcBef>
                <a:spcPts val="0"/>
              </a:spcBef>
              <a:spcAft>
                <a:spcPts val="0"/>
              </a:spcAft>
              <a:buClr>
                <a:schemeClr val="dk1"/>
              </a:buClr>
              <a:buSzPct val="100000"/>
              <a:buChar char="›"/>
            </a:pPr>
            <a:r>
              <a:rPr lang="en-US" sz="2100"/>
              <a:t>Data modeling is an iterative process. Generally a preliminary data model is constructed which is then refined many times. There are many guidelines (rules) for refining an ERD. Some of these rules are as follows (Mannino, 2006):</a:t>
            </a:r>
            <a:endParaRPr/>
          </a:p>
          <a:p>
            <a:pPr indent="-246919" lvl="1" marL="612648" rtl="0" algn="just">
              <a:lnSpc>
                <a:spcPct val="110000"/>
              </a:lnSpc>
              <a:spcBef>
                <a:spcPts val="600"/>
              </a:spcBef>
              <a:spcAft>
                <a:spcPts val="0"/>
              </a:spcAft>
              <a:buClr>
                <a:schemeClr val="dk1"/>
              </a:buClr>
              <a:buSzPct val="100000"/>
              <a:buFont typeface="Arial"/>
              <a:buAutoNum type="arabicPeriod"/>
            </a:pPr>
            <a:r>
              <a:rPr lang="en-US" sz="1900"/>
              <a:t>Transform attributes into entity types. This transformation involves the addition of an entity type and a 1-M (one-to-many) relationship.</a:t>
            </a:r>
            <a:endParaRPr/>
          </a:p>
          <a:p>
            <a:pPr indent="-246919" lvl="1" marL="612648" rtl="0" algn="just">
              <a:lnSpc>
                <a:spcPct val="110000"/>
              </a:lnSpc>
              <a:spcBef>
                <a:spcPts val="600"/>
              </a:spcBef>
              <a:spcAft>
                <a:spcPts val="0"/>
              </a:spcAft>
              <a:buClr>
                <a:schemeClr val="dk1"/>
              </a:buClr>
              <a:buSzPct val="100000"/>
              <a:buFont typeface="Arial"/>
              <a:buAutoNum type="arabicPeriod"/>
            </a:pPr>
            <a:r>
              <a:rPr lang="en-US" sz="1900"/>
              <a:t>Split compound attributes into smaller attributes. A compound attribute contains multiple kinds of data.</a:t>
            </a:r>
            <a:endParaRPr/>
          </a:p>
          <a:p>
            <a:pPr indent="-246919" lvl="1" marL="612648" rtl="0" algn="just">
              <a:lnSpc>
                <a:spcPct val="110000"/>
              </a:lnSpc>
              <a:spcBef>
                <a:spcPts val="600"/>
              </a:spcBef>
              <a:spcAft>
                <a:spcPts val="0"/>
              </a:spcAft>
              <a:buClr>
                <a:schemeClr val="dk1"/>
              </a:buClr>
              <a:buSzPct val="100000"/>
              <a:buFont typeface="Arial"/>
              <a:buAutoNum type="arabicPeriod"/>
            </a:pPr>
            <a:r>
              <a:rPr lang="en-US" sz="1900"/>
              <a:t>Expand entity types into two entity types and a relationship. This transformation can be useful to record a finer level of detail about an entity. For example addresses or contacts</a:t>
            </a:r>
            <a:endParaRPr/>
          </a:p>
          <a:p>
            <a:pPr indent="-246919" lvl="1" marL="612648" rtl="0" algn="just">
              <a:lnSpc>
                <a:spcPct val="110000"/>
              </a:lnSpc>
              <a:spcBef>
                <a:spcPts val="600"/>
              </a:spcBef>
              <a:spcAft>
                <a:spcPts val="0"/>
              </a:spcAft>
              <a:buClr>
                <a:schemeClr val="dk1"/>
              </a:buClr>
              <a:buSzPct val="100000"/>
              <a:buFont typeface="Arial"/>
              <a:buAutoNum type="arabicPeriod"/>
            </a:pPr>
            <a:r>
              <a:rPr lang="en-US" sz="1900"/>
              <a:t>Transform a weak entity type into a strong entity type. This transformation is most useful for associative entity types.</a:t>
            </a:r>
            <a:endParaRPr/>
          </a:p>
          <a:p>
            <a:pPr indent="-246919" lvl="1" marL="612648" rtl="0" algn="just">
              <a:lnSpc>
                <a:spcPct val="110000"/>
              </a:lnSpc>
              <a:spcBef>
                <a:spcPts val="600"/>
              </a:spcBef>
              <a:spcAft>
                <a:spcPts val="0"/>
              </a:spcAft>
              <a:buClr>
                <a:schemeClr val="dk1"/>
              </a:buClr>
              <a:buSzPct val="100000"/>
              <a:buFont typeface="Arial"/>
              <a:buAutoNum type="arabicPeriod"/>
            </a:pPr>
            <a:r>
              <a:rPr lang="en-US" sz="1900"/>
              <a:t>Add historical details to a data model. Historical details may be necessary for legal as well as strategic reporting requirements. This transformation can be applied to attributes and relationships.</a:t>
            </a:r>
            <a:endParaRPr/>
          </a:p>
          <a:p>
            <a:pPr indent="-246919" lvl="1" marL="612648" rtl="0" algn="just">
              <a:lnSpc>
                <a:spcPct val="110000"/>
              </a:lnSpc>
              <a:spcBef>
                <a:spcPts val="600"/>
              </a:spcBef>
              <a:spcAft>
                <a:spcPts val="0"/>
              </a:spcAft>
              <a:buClr>
                <a:schemeClr val="dk1"/>
              </a:buClr>
              <a:buSzPct val="100000"/>
              <a:buFont typeface="Arial"/>
              <a:buAutoNum type="arabicPeriod"/>
            </a:pPr>
            <a:r>
              <a:rPr lang="en-US" sz="1900"/>
              <a:t>Add generalization hierarchies by transforming entity types into generalization hierarchy.</a:t>
            </a:r>
            <a:endParaRPr/>
          </a:p>
          <a:p>
            <a:pPr indent="-129413" lvl="1" marL="612648" rtl="0" algn="l">
              <a:lnSpc>
                <a:spcPct val="90000"/>
              </a:lnSpc>
              <a:spcBef>
                <a:spcPts val="600"/>
              </a:spcBef>
              <a:spcAft>
                <a:spcPts val="0"/>
              </a:spcAft>
              <a:buClr>
                <a:schemeClr val="dk1"/>
              </a:buClr>
              <a:buSzPct val="100000"/>
              <a:buNone/>
            </a:pPr>
            <a:r>
              <a:t/>
            </a:r>
            <a:endParaRPr sz="2000"/>
          </a:p>
          <a:p>
            <a:pPr indent="-105918" lvl="0" marL="246888" rtl="0" algn="l">
              <a:lnSpc>
                <a:spcPct val="90000"/>
              </a:lnSpc>
              <a:spcBef>
                <a:spcPts val="1400"/>
              </a:spcBef>
              <a:spcAft>
                <a:spcPts val="0"/>
              </a:spcAft>
              <a:buClr>
                <a:schemeClr val="dk1"/>
              </a:buClr>
              <a:buSzPct val="100000"/>
              <a:buNone/>
            </a:pPr>
            <a:r>
              <a:t/>
            </a:r>
            <a:endParaRPr sz="2400"/>
          </a:p>
          <a:p>
            <a:pPr indent="-123571" lvl="2" marL="978408" rtl="0" algn="l">
              <a:lnSpc>
                <a:spcPct val="90000"/>
              </a:lnSpc>
              <a:spcBef>
                <a:spcPts val="600"/>
              </a:spcBef>
              <a:spcAft>
                <a:spcPts val="0"/>
              </a:spcAft>
              <a:buClr>
                <a:schemeClr val="dk1"/>
              </a:buClr>
              <a:buSzPct val="100000"/>
              <a:buNone/>
            </a:pPr>
            <a:r>
              <a:t/>
            </a:r>
            <a:endParaRPr sz="2100"/>
          </a:p>
          <a:p>
            <a:pPr indent="-129413" lvl="2" marL="978408" rtl="0" algn="l">
              <a:lnSpc>
                <a:spcPct val="90000"/>
              </a:lnSpc>
              <a:spcBef>
                <a:spcPts val="600"/>
              </a:spcBef>
              <a:spcAft>
                <a:spcPts val="0"/>
              </a:spcAft>
              <a:buClr>
                <a:schemeClr val="dk1"/>
              </a:buClr>
              <a:buSzPct val="100000"/>
              <a:buNone/>
            </a:pPr>
            <a:r>
              <a:t/>
            </a:r>
            <a:endParaRPr/>
          </a:p>
          <a:p>
            <a:pPr indent="-129413" lvl="2" marL="978408" rtl="0" algn="l">
              <a:lnSpc>
                <a:spcPct val="90000"/>
              </a:lnSpc>
              <a:spcBef>
                <a:spcPts val="600"/>
              </a:spcBef>
              <a:spcAft>
                <a:spcPts val="0"/>
              </a:spcAft>
              <a:buClr>
                <a:schemeClr val="dk1"/>
              </a:buClr>
              <a:buSzPct val="100000"/>
              <a:buNone/>
            </a:pPr>
            <a:r>
              <a:t/>
            </a:r>
            <a:endParaRPr/>
          </a:p>
          <a:p>
            <a:pPr indent="-129413" lvl="2" marL="978408" rtl="0" algn="l">
              <a:lnSpc>
                <a:spcPct val="90000"/>
              </a:lnSpc>
              <a:spcBef>
                <a:spcPts val="600"/>
              </a:spcBef>
              <a:spcAft>
                <a:spcPts val="0"/>
              </a:spcAft>
              <a:buClr>
                <a:schemeClr val="dk1"/>
              </a:buClr>
              <a:buSzPct val="100000"/>
              <a:buNone/>
            </a:pPr>
            <a:r>
              <a:t/>
            </a:r>
            <a:endParaRPr/>
          </a:p>
          <a:p>
            <a:pPr indent="-129413" lvl="2" marL="978408" rtl="0" algn="l">
              <a:lnSpc>
                <a:spcPct val="90000"/>
              </a:lnSpc>
              <a:spcBef>
                <a:spcPts val="600"/>
              </a:spcBef>
              <a:spcAft>
                <a:spcPts val="0"/>
              </a:spcAft>
              <a:buClr>
                <a:schemeClr val="dk1"/>
              </a:buClr>
              <a:buSzPct val="100000"/>
              <a:buNone/>
            </a:pPr>
            <a:r>
              <a:t/>
            </a:r>
            <a:endParaRPr/>
          </a:p>
          <a:p>
            <a:pPr indent="-105918" lvl="1" marL="612648" rtl="0" algn="l">
              <a:lnSpc>
                <a:spcPct val="90000"/>
              </a:lnSpc>
              <a:spcBef>
                <a:spcPts val="600"/>
              </a:spcBef>
              <a:spcAft>
                <a:spcPts val="0"/>
              </a:spcAft>
              <a:buClr>
                <a:schemeClr val="dk1"/>
              </a:buClr>
              <a:buSzPct val="100000"/>
              <a:buNone/>
            </a:pPr>
            <a:r>
              <a:t/>
            </a:r>
            <a:endParaRPr/>
          </a:p>
          <a:p>
            <a:pPr indent="-105918" lvl="1" marL="612648" rtl="0" algn="l">
              <a:lnSpc>
                <a:spcPct val="90000"/>
              </a:lnSpc>
              <a:spcBef>
                <a:spcPts val="600"/>
              </a:spcBef>
              <a:spcAft>
                <a:spcPts val="0"/>
              </a:spcAft>
              <a:buClr>
                <a:schemeClr val="dk1"/>
              </a:buClr>
              <a:buSzPct val="100000"/>
              <a:buNone/>
            </a:pPr>
            <a:r>
              <a:t/>
            </a:r>
            <a:endParaRPr/>
          </a:p>
          <a:p>
            <a:pPr indent="-105918" lvl="1" marL="612648" rtl="0" algn="l">
              <a:lnSpc>
                <a:spcPct val="90000"/>
              </a:lnSpc>
              <a:spcBef>
                <a:spcPts val="600"/>
              </a:spcBef>
              <a:spcAft>
                <a:spcPts val="0"/>
              </a:spcAft>
              <a:buClr>
                <a:schemeClr val="dk1"/>
              </a:buClr>
              <a:buSzPct val="100000"/>
              <a:buNone/>
            </a:pPr>
            <a:r>
              <a:t/>
            </a:r>
            <a:endParaRPr/>
          </a:p>
          <a:p>
            <a:pPr indent="-105918" lvl="1" marL="612648" rtl="0" algn="l">
              <a:lnSpc>
                <a:spcPct val="90000"/>
              </a:lnSpc>
              <a:spcBef>
                <a:spcPts val="600"/>
              </a:spcBef>
              <a:spcAft>
                <a:spcPts val="0"/>
              </a:spcAft>
              <a:buClr>
                <a:schemeClr val="dk1"/>
              </a:buClr>
              <a:buSzPct val="100000"/>
              <a:buNone/>
            </a:pPr>
            <a:r>
              <a:t/>
            </a:r>
            <a:endParaRPr/>
          </a:p>
          <a:p>
            <a:pPr indent="-105918" lvl="1" marL="612648" rtl="0" algn="l">
              <a:lnSpc>
                <a:spcPct val="90000"/>
              </a:lnSpc>
              <a:spcBef>
                <a:spcPts val="600"/>
              </a:spcBef>
              <a:spcAft>
                <a:spcPts val="0"/>
              </a:spcAft>
              <a:buClr>
                <a:schemeClr val="dk1"/>
              </a:buClr>
              <a:buSzPct val="100000"/>
              <a:buNone/>
            </a:pPr>
            <a:r>
              <a:t/>
            </a:r>
            <a:endParaRPr b="1"/>
          </a:p>
          <a:p>
            <a:pPr indent="-105918" lvl="1" marL="612648" rtl="0" algn="l">
              <a:lnSpc>
                <a:spcPct val="90000"/>
              </a:lnSpc>
              <a:spcBef>
                <a:spcPts val="6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5"/>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Normalize ERD</a:t>
            </a:r>
            <a:endParaRPr/>
          </a:p>
        </p:txBody>
      </p:sp>
      <p:sp>
        <p:nvSpPr>
          <p:cNvPr id="558" name="Google Shape;558;p65"/>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just">
              <a:lnSpc>
                <a:spcPct val="110000"/>
              </a:lnSpc>
              <a:spcBef>
                <a:spcPts val="0"/>
              </a:spcBef>
              <a:spcAft>
                <a:spcPts val="0"/>
              </a:spcAft>
              <a:buClr>
                <a:schemeClr val="dk1"/>
              </a:buClr>
              <a:buSzPts val="2100"/>
              <a:buChar char="›"/>
            </a:pPr>
            <a:r>
              <a:rPr lang="en-US" sz="2100"/>
              <a:t>Normal forms</a:t>
            </a:r>
            <a:endParaRPr/>
          </a:p>
          <a:p>
            <a:pPr indent="-246888" lvl="1" marL="612648" rtl="0" algn="l">
              <a:lnSpc>
                <a:spcPct val="120000"/>
              </a:lnSpc>
              <a:spcBef>
                <a:spcPts val="600"/>
              </a:spcBef>
              <a:spcAft>
                <a:spcPts val="0"/>
              </a:spcAft>
              <a:buClr>
                <a:schemeClr val="dk1"/>
              </a:buClr>
              <a:buSzPts val="1800"/>
              <a:buChar char="–"/>
            </a:pPr>
            <a:r>
              <a:rPr b="1" lang="en-US" sz="1800"/>
              <a:t>First Normal Form (1NF)</a:t>
            </a:r>
            <a:br>
              <a:rPr b="1" lang="en-US" sz="1800"/>
            </a:br>
            <a:r>
              <a:rPr lang="en-US" sz="1800"/>
              <a:t>The first normal form rule is that there should be no nesting or repeating groups in a table. Now an entity type that contains only one value for an attribute in an entity instance ensures the application of first normal form for the entity type. </a:t>
            </a:r>
            <a:endParaRPr/>
          </a:p>
          <a:p>
            <a:pPr indent="-246888" lvl="2" marL="978408" rtl="0" algn="l">
              <a:lnSpc>
                <a:spcPct val="90000"/>
              </a:lnSpc>
              <a:spcBef>
                <a:spcPts val="600"/>
              </a:spcBef>
              <a:spcAft>
                <a:spcPts val="0"/>
              </a:spcAft>
              <a:buClr>
                <a:schemeClr val="dk1"/>
              </a:buClr>
              <a:buSzPts val="1600"/>
              <a:buFont typeface="Arial"/>
              <a:buChar char="•"/>
            </a:pPr>
            <a:r>
              <a:rPr lang="en-US" sz="1600"/>
              <a:t>a single cell must not hold more than one value (atomicity)</a:t>
            </a:r>
            <a:endParaRPr/>
          </a:p>
          <a:p>
            <a:pPr indent="-246888" lvl="2" marL="978408" rtl="0" algn="l">
              <a:lnSpc>
                <a:spcPct val="90000"/>
              </a:lnSpc>
              <a:spcBef>
                <a:spcPts val="600"/>
              </a:spcBef>
              <a:spcAft>
                <a:spcPts val="0"/>
              </a:spcAft>
              <a:buClr>
                <a:schemeClr val="dk1"/>
              </a:buClr>
              <a:buSzPts val="1600"/>
              <a:buFont typeface="Arial"/>
              <a:buChar char="•"/>
            </a:pPr>
            <a:r>
              <a:rPr lang="en-US" sz="1600"/>
              <a:t>there must be a primary key for identification</a:t>
            </a:r>
            <a:endParaRPr/>
          </a:p>
          <a:p>
            <a:pPr indent="-246888" lvl="2" marL="978408" rtl="0" algn="l">
              <a:lnSpc>
                <a:spcPct val="90000"/>
              </a:lnSpc>
              <a:spcBef>
                <a:spcPts val="600"/>
              </a:spcBef>
              <a:spcAft>
                <a:spcPts val="0"/>
              </a:spcAft>
              <a:buClr>
                <a:schemeClr val="dk1"/>
              </a:buClr>
              <a:buSzPts val="1600"/>
              <a:buFont typeface="Arial"/>
              <a:buChar char="•"/>
            </a:pPr>
            <a:r>
              <a:rPr lang="en-US" sz="1600"/>
              <a:t>no duplicated rows or columns</a:t>
            </a:r>
            <a:endParaRPr/>
          </a:p>
          <a:p>
            <a:pPr indent="-246888" lvl="2" marL="978408" rtl="0" algn="l">
              <a:lnSpc>
                <a:spcPct val="90000"/>
              </a:lnSpc>
              <a:spcBef>
                <a:spcPts val="600"/>
              </a:spcBef>
              <a:spcAft>
                <a:spcPts val="0"/>
              </a:spcAft>
              <a:buClr>
                <a:schemeClr val="dk1"/>
              </a:buClr>
              <a:buSzPts val="1600"/>
              <a:buFont typeface="Arial"/>
              <a:buChar char="•"/>
            </a:pPr>
            <a:r>
              <a:rPr lang="en-US" sz="1600"/>
              <a:t>each column must have only one value for each row in the table</a:t>
            </a:r>
            <a:endParaRPr/>
          </a:p>
          <a:p>
            <a:pPr indent="-246888" lvl="1" marL="612648" rtl="0" algn="l">
              <a:lnSpc>
                <a:spcPct val="90000"/>
              </a:lnSpc>
              <a:spcBef>
                <a:spcPts val="600"/>
              </a:spcBef>
              <a:spcAft>
                <a:spcPts val="0"/>
              </a:spcAft>
              <a:buClr>
                <a:schemeClr val="dk1"/>
              </a:buClr>
              <a:buSzPts val="2000"/>
              <a:buFont typeface="Arial"/>
              <a:buChar char="•"/>
            </a:pPr>
            <a:r>
              <a:rPr lang="en-US" sz="2000"/>
              <a:t>Aim is to make it easier to query and manage</a:t>
            </a:r>
            <a:endParaRPr/>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559" name="Google Shape;559;p65"/>
          <p:cNvPicPr preferRelativeResize="0"/>
          <p:nvPr/>
        </p:nvPicPr>
        <p:blipFill rotWithShape="1">
          <a:blip r:embed="rId3">
            <a:alphaModFix/>
          </a:blip>
          <a:srcRect b="0" l="0" r="0" t="0"/>
          <a:stretch/>
        </p:blipFill>
        <p:spPr>
          <a:xfrm>
            <a:off x="1456900" y="5035214"/>
            <a:ext cx="5112568" cy="1659577"/>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560" name="Google Shape;560;p65"/>
          <p:cNvPicPr preferRelativeResize="0"/>
          <p:nvPr/>
        </p:nvPicPr>
        <p:blipFill rotWithShape="1">
          <a:blip r:embed="rId4">
            <a:alphaModFix/>
          </a:blip>
          <a:srcRect b="0" l="0" r="0" t="0"/>
          <a:stretch/>
        </p:blipFill>
        <p:spPr>
          <a:xfrm>
            <a:off x="7750596" y="4559133"/>
            <a:ext cx="4108698" cy="2284975"/>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mc:AlternateContent>
    <mc:Choice Requires="p14">
      <p:transition spd="slow" p14:dur="700">
        <p:fade/>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6"/>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Normalize ERD</a:t>
            </a:r>
            <a:endParaRPr/>
          </a:p>
        </p:txBody>
      </p:sp>
      <p:sp>
        <p:nvSpPr>
          <p:cNvPr id="566" name="Google Shape;566;p66"/>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just">
              <a:lnSpc>
                <a:spcPct val="110000"/>
              </a:lnSpc>
              <a:spcBef>
                <a:spcPts val="0"/>
              </a:spcBef>
              <a:spcAft>
                <a:spcPts val="0"/>
              </a:spcAft>
              <a:buClr>
                <a:schemeClr val="dk1"/>
              </a:buClr>
              <a:buSzPts val="2100"/>
              <a:buChar char="›"/>
            </a:pPr>
            <a:r>
              <a:rPr lang="en-US" sz="2100"/>
              <a:t>Normal forms</a:t>
            </a:r>
            <a:endParaRPr sz="1400"/>
          </a:p>
          <a:p>
            <a:pPr indent="-246888" lvl="1" marL="612648" rtl="0" algn="l">
              <a:lnSpc>
                <a:spcPct val="120000"/>
              </a:lnSpc>
              <a:spcBef>
                <a:spcPts val="600"/>
              </a:spcBef>
              <a:spcAft>
                <a:spcPts val="0"/>
              </a:spcAft>
              <a:buClr>
                <a:schemeClr val="dk1"/>
              </a:buClr>
              <a:buSzPts val="1800"/>
              <a:buChar char="–"/>
            </a:pPr>
            <a:r>
              <a:rPr b="1" lang="en-US" sz="1800"/>
              <a:t>Second Normal Form (2NF)</a:t>
            </a:r>
            <a:br>
              <a:rPr b="1" lang="en-US" sz="1800"/>
            </a:br>
            <a:r>
              <a:rPr lang="en-US" sz="1800"/>
              <a:t>The second normal form rule is that the key attributes determine all non-key attributes. A violation of second normal form occurs when there is a composite key, and part of the key determines some non-key attributes. The second normal form deals with the situation when the entity identifier contains two or more attributes, and the non-key attribute depends on part of the entity identifier.</a:t>
            </a:r>
            <a:endParaRPr/>
          </a:p>
          <a:p>
            <a:pPr indent="-246888" lvl="2" marL="978408" rtl="0" algn="l">
              <a:lnSpc>
                <a:spcPct val="90000"/>
              </a:lnSpc>
              <a:spcBef>
                <a:spcPts val="600"/>
              </a:spcBef>
              <a:spcAft>
                <a:spcPts val="0"/>
              </a:spcAft>
              <a:buClr>
                <a:schemeClr val="dk1"/>
              </a:buClr>
              <a:buSzPts val="1800"/>
              <a:buFont typeface="Arial"/>
              <a:buChar char="•"/>
            </a:pPr>
            <a:r>
              <a:rPr lang="en-US" sz="1800"/>
              <a:t>it’s already in 1NF</a:t>
            </a:r>
            <a:endParaRPr/>
          </a:p>
          <a:p>
            <a:pPr indent="-246888" lvl="2" marL="978408" rtl="0" algn="l">
              <a:lnSpc>
                <a:spcPct val="90000"/>
              </a:lnSpc>
              <a:spcBef>
                <a:spcPts val="600"/>
              </a:spcBef>
              <a:spcAft>
                <a:spcPts val="0"/>
              </a:spcAft>
              <a:buClr>
                <a:schemeClr val="dk1"/>
              </a:buClr>
              <a:buSzPts val="1800"/>
              <a:buFont typeface="Arial"/>
              <a:buChar char="•"/>
            </a:pPr>
            <a:r>
              <a:rPr lang="en-US" sz="1800"/>
              <a:t>has no partial dependency. That is, all non-key attributes are fully dependent on a primary key.</a:t>
            </a:r>
            <a:endParaRPr sz="24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67"/>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Normalize ERD</a:t>
            </a:r>
            <a:endParaRPr/>
          </a:p>
        </p:txBody>
      </p:sp>
      <p:sp>
        <p:nvSpPr>
          <p:cNvPr id="572" name="Google Shape;572;p67"/>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just">
              <a:lnSpc>
                <a:spcPct val="110000"/>
              </a:lnSpc>
              <a:spcBef>
                <a:spcPts val="0"/>
              </a:spcBef>
              <a:spcAft>
                <a:spcPts val="0"/>
              </a:spcAft>
              <a:buClr>
                <a:schemeClr val="dk1"/>
              </a:buClr>
              <a:buSzPts val="2100"/>
              <a:buChar char="›"/>
            </a:pPr>
            <a:r>
              <a:rPr lang="en-US" sz="2100"/>
              <a:t>Normal forms</a:t>
            </a:r>
            <a:endParaRPr sz="1400"/>
          </a:p>
          <a:p>
            <a:pPr indent="-246888" lvl="1" marL="612648" rtl="0" algn="l">
              <a:lnSpc>
                <a:spcPct val="120000"/>
              </a:lnSpc>
              <a:spcBef>
                <a:spcPts val="600"/>
              </a:spcBef>
              <a:spcAft>
                <a:spcPts val="0"/>
              </a:spcAft>
              <a:buClr>
                <a:schemeClr val="dk1"/>
              </a:buClr>
              <a:buSzPts val="1800"/>
              <a:buChar char="–"/>
            </a:pPr>
            <a:r>
              <a:rPr b="1" lang="en-US" sz="1800"/>
              <a:t>Third Normal Form (3NF)</a:t>
            </a:r>
            <a:br>
              <a:rPr b="1" lang="en-US" sz="1800"/>
            </a:br>
            <a:r>
              <a:rPr lang="en-US" sz="1800"/>
              <a:t>The third normal form rule is that the non-key attributes should be independent. This normal form is violated when there exists a dependency among non-key attributes in the form of a transitive dependency.</a:t>
            </a:r>
            <a:endParaRPr/>
          </a:p>
          <a:p>
            <a:pPr indent="-246888" lvl="2" marL="978408" rtl="0" algn="l">
              <a:lnSpc>
                <a:spcPct val="90000"/>
              </a:lnSpc>
              <a:spcBef>
                <a:spcPts val="600"/>
              </a:spcBef>
              <a:spcAft>
                <a:spcPts val="0"/>
              </a:spcAft>
              <a:buClr>
                <a:schemeClr val="dk1"/>
              </a:buClr>
              <a:buSzPts val="1800"/>
              <a:buFont typeface="Arial"/>
              <a:buChar char="•"/>
            </a:pPr>
            <a:r>
              <a:rPr lang="en-US" sz="1800"/>
              <a:t>be in 2NF</a:t>
            </a:r>
            <a:endParaRPr/>
          </a:p>
          <a:p>
            <a:pPr indent="-246888" lvl="2" marL="978408" rtl="0" algn="l">
              <a:lnSpc>
                <a:spcPct val="90000"/>
              </a:lnSpc>
              <a:spcBef>
                <a:spcPts val="600"/>
              </a:spcBef>
              <a:spcAft>
                <a:spcPts val="0"/>
              </a:spcAft>
              <a:buClr>
                <a:schemeClr val="dk1"/>
              </a:buClr>
              <a:buSzPts val="1800"/>
              <a:buFont typeface="Arial"/>
              <a:buChar char="•"/>
            </a:pPr>
            <a:r>
              <a:rPr lang="en-US" sz="1800"/>
              <a:t>have no transitive partial dependency.</a:t>
            </a:r>
            <a:endParaRPr/>
          </a:p>
          <a:p>
            <a:pPr indent="0" lvl="1" marL="365760" rtl="0" algn="l">
              <a:lnSpc>
                <a:spcPct val="120000"/>
              </a:lnSpc>
              <a:spcBef>
                <a:spcPts val="600"/>
              </a:spcBef>
              <a:spcAft>
                <a:spcPts val="0"/>
              </a:spcAft>
              <a:buClr>
                <a:schemeClr val="dk1"/>
              </a:buClr>
              <a:buSzPts val="1800"/>
              <a:buNone/>
            </a:pPr>
            <a:r>
              <a:rPr lang="en-US" sz="1800"/>
              <a:t> </a:t>
            </a:r>
            <a:endParaRPr/>
          </a:p>
          <a:p>
            <a:pPr indent="-94488" lvl="0" marL="246888" rtl="0" algn="l">
              <a:lnSpc>
                <a:spcPct val="90000"/>
              </a:lnSpc>
              <a:spcBef>
                <a:spcPts val="1400"/>
              </a:spcBef>
              <a:spcAft>
                <a:spcPts val="0"/>
              </a:spcAft>
              <a:buClr>
                <a:schemeClr val="dk1"/>
              </a:buClr>
              <a:buSzPts val="2400"/>
              <a:buNone/>
            </a:pPr>
            <a:r>
              <a:t/>
            </a:r>
            <a:endParaRPr sz="24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68"/>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Normalize ERD</a:t>
            </a:r>
            <a:endParaRPr/>
          </a:p>
        </p:txBody>
      </p:sp>
      <p:sp>
        <p:nvSpPr>
          <p:cNvPr id="578" name="Google Shape;578;p68"/>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just">
              <a:lnSpc>
                <a:spcPct val="110000"/>
              </a:lnSpc>
              <a:spcBef>
                <a:spcPts val="0"/>
              </a:spcBef>
              <a:spcAft>
                <a:spcPts val="0"/>
              </a:spcAft>
              <a:buClr>
                <a:schemeClr val="dk1"/>
              </a:buClr>
              <a:buSzPts val="2100"/>
              <a:buChar char="›"/>
            </a:pPr>
            <a:r>
              <a:rPr lang="en-US" sz="2100"/>
              <a:t>Normal forms</a:t>
            </a:r>
            <a:endParaRPr sz="1400"/>
          </a:p>
          <a:p>
            <a:pPr indent="-94488" lvl="0" marL="246888" rtl="0" algn="l">
              <a:lnSpc>
                <a:spcPct val="90000"/>
              </a:lnSpc>
              <a:spcBef>
                <a:spcPts val="1400"/>
              </a:spcBef>
              <a:spcAft>
                <a:spcPts val="0"/>
              </a:spcAft>
              <a:buClr>
                <a:schemeClr val="dk1"/>
              </a:buClr>
              <a:buSzPts val="2400"/>
              <a:buNone/>
            </a:pPr>
            <a:r>
              <a:t/>
            </a:r>
            <a:endParaRPr sz="24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579" name="Google Shape;579;p68"/>
          <p:cNvPicPr preferRelativeResize="0"/>
          <p:nvPr/>
        </p:nvPicPr>
        <p:blipFill rotWithShape="1">
          <a:blip r:embed="rId3">
            <a:alphaModFix/>
          </a:blip>
          <a:srcRect b="0" l="0" r="0" t="0"/>
          <a:stretch/>
        </p:blipFill>
        <p:spPr>
          <a:xfrm>
            <a:off x="1701924" y="1916832"/>
            <a:ext cx="6857064" cy="3528392"/>
          </a:xfrm>
          <a:prstGeom prst="rect">
            <a:avLst/>
          </a:prstGeom>
          <a:noFill/>
          <a:ln>
            <a:noFill/>
          </a:ln>
        </p:spPr>
      </p:pic>
      <p:sp>
        <p:nvSpPr>
          <p:cNvPr id="580" name="Google Shape;580;p68"/>
          <p:cNvSpPr txBox="1"/>
          <p:nvPr/>
        </p:nvSpPr>
        <p:spPr>
          <a:xfrm>
            <a:off x="8775012" y="483051"/>
            <a:ext cx="3008032"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All the entries are atomic and there is a composite primary key (employee_id, job_code) so the table is in the </a:t>
            </a:r>
            <a:r>
              <a:rPr b="1" lang="en-US" sz="1800">
                <a:solidFill>
                  <a:schemeClr val="dk1"/>
                </a:solidFill>
                <a:latin typeface="Arial"/>
                <a:ea typeface="Arial"/>
                <a:cs typeface="Arial"/>
                <a:sym typeface="Arial"/>
              </a:rPr>
              <a:t>first normal form (1NF)</a:t>
            </a:r>
            <a:r>
              <a:rPr lang="en-US" sz="1800">
                <a:solidFill>
                  <a:schemeClr val="dk1"/>
                </a:solidFill>
                <a:latin typeface="Arial"/>
                <a:ea typeface="Arial"/>
                <a:cs typeface="Arial"/>
                <a:sym typeface="Arial"/>
              </a:rPr>
              <a:t>.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But even if you only know someone's employee_id, then you can determine their name, home_state, and state_code (because they should be the same person). This means name, home_state, and state_code are dependent on employee_id (a part of primary composite key). So, the table is not in </a:t>
            </a:r>
            <a:r>
              <a:rPr b="1" lang="en-US" sz="1800">
                <a:solidFill>
                  <a:schemeClr val="dk1"/>
                </a:solidFill>
                <a:latin typeface="Arial"/>
                <a:ea typeface="Arial"/>
                <a:cs typeface="Arial"/>
                <a:sym typeface="Arial"/>
              </a:rPr>
              <a:t>2NF</a:t>
            </a:r>
            <a:r>
              <a:rPr lang="en-US" sz="1800">
                <a:solidFill>
                  <a:schemeClr val="dk1"/>
                </a:solidFill>
                <a:latin typeface="Arial"/>
                <a:ea typeface="Arial"/>
                <a:cs typeface="Arial"/>
                <a:sym typeface="Arial"/>
              </a:rPr>
              <a:t>. We should separate them to a different table to make it 2NF. </a:t>
            </a:r>
            <a:endParaRPr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9"/>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Normalize ERD</a:t>
            </a:r>
            <a:endParaRPr/>
          </a:p>
        </p:txBody>
      </p:sp>
      <p:sp>
        <p:nvSpPr>
          <p:cNvPr id="586" name="Google Shape;586;p69"/>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just">
              <a:lnSpc>
                <a:spcPct val="110000"/>
              </a:lnSpc>
              <a:spcBef>
                <a:spcPts val="0"/>
              </a:spcBef>
              <a:spcAft>
                <a:spcPts val="0"/>
              </a:spcAft>
              <a:buClr>
                <a:schemeClr val="dk1"/>
              </a:buClr>
              <a:buSzPts val="2100"/>
              <a:buChar char="›"/>
            </a:pPr>
            <a:r>
              <a:rPr lang="en-US" sz="2100"/>
              <a:t>Normal forms</a:t>
            </a:r>
            <a:endParaRPr sz="1400"/>
          </a:p>
          <a:p>
            <a:pPr indent="-94488" lvl="0" marL="246888" rtl="0" algn="l">
              <a:lnSpc>
                <a:spcPct val="90000"/>
              </a:lnSpc>
              <a:spcBef>
                <a:spcPts val="1400"/>
              </a:spcBef>
              <a:spcAft>
                <a:spcPts val="0"/>
              </a:spcAft>
              <a:buClr>
                <a:schemeClr val="dk1"/>
              </a:buClr>
              <a:buSzPts val="2400"/>
              <a:buNone/>
            </a:pPr>
            <a:r>
              <a:t/>
            </a:r>
            <a:endParaRPr sz="24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sp>
        <p:nvSpPr>
          <p:cNvPr id="587" name="Google Shape;587;p69"/>
          <p:cNvSpPr txBox="1"/>
          <p:nvPr/>
        </p:nvSpPr>
        <p:spPr>
          <a:xfrm>
            <a:off x="8974731" y="1790814"/>
            <a:ext cx="2691707"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home_state is now dependent on state_code. So, if you know the state_code, then you can find the home_state value.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To take this a step further, we should separate them again to a different table to make it 3NF. </a:t>
            </a:r>
            <a:endParaRPr sz="1800">
              <a:solidFill>
                <a:schemeClr val="dk1"/>
              </a:solidFill>
              <a:latin typeface="Arial"/>
              <a:ea typeface="Arial"/>
              <a:cs typeface="Arial"/>
              <a:sym typeface="Arial"/>
            </a:endParaRPr>
          </a:p>
        </p:txBody>
      </p:sp>
      <p:pic>
        <p:nvPicPr>
          <p:cNvPr id="588" name="Google Shape;588;p69"/>
          <p:cNvPicPr preferRelativeResize="0"/>
          <p:nvPr/>
        </p:nvPicPr>
        <p:blipFill rotWithShape="1">
          <a:blip r:embed="rId3">
            <a:alphaModFix/>
          </a:blip>
          <a:srcRect b="0" l="0" r="0" t="0"/>
          <a:stretch/>
        </p:blipFill>
        <p:spPr>
          <a:xfrm>
            <a:off x="1494018" y="2060848"/>
            <a:ext cx="2448271" cy="3033935"/>
          </a:xfrm>
          <a:prstGeom prst="rect">
            <a:avLst/>
          </a:prstGeom>
          <a:noFill/>
          <a:ln>
            <a:noFill/>
          </a:ln>
        </p:spPr>
      </p:pic>
      <p:pic>
        <p:nvPicPr>
          <p:cNvPr id="589" name="Google Shape;589;p69"/>
          <p:cNvPicPr preferRelativeResize="0"/>
          <p:nvPr/>
        </p:nvPicPr>
        <p:blipFill rotWithShape="1">
          <a:blip r:embed="rId4">
            <a:alphaModFix/>
          </a:blip>
          <a:srcRect b="0" l="0" r="0" t="0"/>
          <a:stretch/>
        </p:blipFill>
        <p:spPr>
          <a:xfrm>
            <a:off x="3837072" y="1412775"/>
            <a:ext cx="5137659" cy="2592289"/>
          </a:xfrm>
          <a:prstGeom prst="rect">
            <a:avLst/>
          </a:prstGeom>
          <a:noFill/>
          <a:ln>
            <a:noFill/>
          </a:ln>
        </p:spPr>
      </p:pic>
      <p:pic>
        <p:nvPicPr>
          <p:cNvPr id="590" name="Google Shape;590;p69"/>
          <p:cNvPicPr preferRelativeResize="0"/>
          <p:nvPr/>
        </p:nvPicPr>
        <p:blipFill rotWithShape="1">
          <a:blip r:embed="rId5">
            <a:alphaModFix/>
          </a:blip>
          <a:srcRect b="0" l="0" r="0" t="0"/>
          <a:stretch/>
        </p:blipFill>
        <p:spPr>
          <a:xfrm>
            <a:off x="4041707" y="3922170"/>
            <a:ext cx="2882900" cy="27051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0"/>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Normalize ERD</a:t>
            </a:r>
            <a:endParaRPr/>
          </a:p>
        </p:txBody>
      </p:sp>
      <p:sp>
        <p:nvSpPr>
          <p:cNvPr id="596" name="Google Shape;596;p70"/>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just">
              <a:lnSpc>
                <a:spcPct val="110000"/>
              </a:lnSpc>
              <a:spcBef>
                <a:spcPts val="0"/>
              </a:spcBef>
              <a:spcAft>
                <a:spcPts val="0"/>
              </a:spcAft>
              <a:buClr>
                <a:schemeClr val="dk1"/>
              </a:buClr>
              <a:buSzPts val="2100"/>
              <a:buChar char="›"/>
            </a:pPr>
            <a:r>
              <a:rPr lang="en-US" sz="2100"/>
              <a:t>Normal forms</a:t>
            </a:r>
            <a:endParaRPr sz="1400"/>
          </a:p>
          <a:p>
            <a:pPr indent="-94488" lvl="0" marL="246888" rtl="0" algn="l">
              <a:lnSpc>
                <a:spcPct val="90000"/>
              </a:lnSpc>
              <a:spcBef>
                <a:spcPts val="1400"/>
              </a:spcBef>
              <a:spcAft>
                <a:spcPts val="0"/>
              </a:spcAft>
              <a:buClr>
                <a:schemeClr val="dk1"/>
              </a:buClr>
              <a:buSzPts val="2400"/>
              <a:buNone/>
            </a:pPr>
            <a:r>
              <a:t/>
            </a:r>
            <a:endParaRPr sz="24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597" name="Google Shape;597;p70"/>
          <p:cNvPicPr preferRelativeResize="0"/>
          <p:nvPr/>
        </p:nvPicPr>
        <p:blipFill rotWithShape="1">
          <a:blip r:embed="rId3">
            <a:alphaModFix/>
          </a:blip>
          <a:srcRect b="0" l="0" r="0" t="0"/>
          <a:stretch/>
        </p:blipFill>
        <p:spPr>
          <a:xfrm>
            <a:off x="1989956" y="2076450"/>
            <a:ext cx="3949700" cy="2705100"/>
          </a:xfrm>
          <a:prstGeom prst="rect">
            <a:avLst/>
          </a:prstGeom>
          <a:noFill/>
          <a:ln>
            <a:noFill/>
          </a:ln>
        </p:spPr>
      </p:pic>
      <p:pic>
        <p:nvPicPr>
          <p:cNvPr id="598" name="Google Shape;598;p70"/>
          <p:cNvPicPr preferRelativeResize="0"/>
          <p:nvPr/>
        </p:nvPicPr>
        <p:blipFill rotWithShape="1">
          <a:blip r:embed="rId4">
            <a:alphaModFix/>
          </a:blip>
          <a:srcRect b="0" l="0" r="0" t="0"/>
          <a:stretch/>
        </p:blipFill>
        <p:spPr>
          <a:xfrm>
            <a:off x="6958508" y="2349500"/>
            <a:ext cx="3086100" cy="2159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71"/>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Data Dictionary</a:t>
            </a:r>
            <a:endParaRPr/>
          </a:p>
        </p:txBody>
      </p:sp>
      <p:sp>
        <p:nvSpPr>
          <p:cNvPr id="604" name="Google Shape;604;p71"/>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100"/>
              <a:buChar char="›"/>
            </a:pPr>
            <a:r>
              <a:rPr lang="en-US" sz="2100"/>
              <a:t>Data Dictionary and Meta data</a:t>
            </a:r>
            <a:endParaRPr/>
          </a:p>
          <a:p>
            <a:pPr indent="-246888" lvl="1" marL="612648" rtl="0" algn="l">
              <a:lnSpc>
                <a:spcPct val="90000"/>
              </a:lnSpc>
              <a:spcBef>
                <a:spcPts val="600"/>
              </a:spcBef>
              <a:spcAft>
                <a:spcPts val="0"/>
              </a:spcAft>
              <a:buClr>
                <a:schemeClr val="dk1"/>
              </a:buClr>
              <a:buSzPts val="2000"/>
              <a:buChar char="–"/>
            </a:pPr>
            <a:r>
              <a:rPr lang="en-US" sz="2000"/>
              <a:t>A data dictionary is a document that stores metadata for a database, including the metadata for an entity relationship diagram (ERD)</a:t>
            </a:r>
            <a:endParaRPr/>
          </a:p>
          <a:p>
            <a:pPr indent="-246888" lvl="0" marL="246888" rtl="0" algn="l">
              <a:lnSpc>
                <a:spcPct val="90000"/>
              </a:lnSpc>
              <a:spcBef>
                <a:spcPts val="1400"/>
              </a:spcBef>
              <a:spcAft>
                <a:spcPts val="0"/>
              </a:spcAft>
              <a:buClr>
                <a:schemeClr val="dk1"/>
              </a:buClr>
              <a:buSzPts val="2100"/>
              <a:buChar char="›"/>
            </a:pPr>
            <a:r>
              <a:rPr lang="en-US" sz="2100"/>
              <a:t>How are data dictionaries and ERDs related? </a:t>
            </a:r>
            <a:endParaRPr/>
          </a:p>
          <a:p>
            <a:pPr indent="-246888" lvl="1" marL="612648" rtl="0" algn="l">
              <a:lnSpc>
                <a:spcPct val="90000"/>
              </a:lnSpc>
              <a:spcBef>
                <a:spcPts val="600"/>
              </a:spcBef>
              <a:spcAft>
                <a:spcPts val="0"/>
              </a:spcAft>
              <a:buClr>
                <a:schemeClr val="dk1"/>
              </a:buClr>
              <a:buSzPts val="2000"/>
              <a:buChar char="–"/>
            </a:pPr>
            <a:r>
              <a:rPr lang="en-US" sz="2000"/>
              <a:t>A data dictionary can provide metadata for an ERD </a:t>
            </a:r>
            <a:endParaRPr/>
          </a:p>
          <a:p>
            <a:pPr indent="-246888" lvl="1" marL="612648" rtl="0" algn="l">
              <a:lnSpc>
                <a:spcPct val="90000"/>
              </a:lnSpc>
              <a:spcBef>
                <a:spcPts val="600"/>
              </a:spcBef>
              <a:spcAft>
                <a:spcPts val="0"/>
              </a:spcAft>
              <a:buClr>
                <a:schemeClr val="dk1"/>
              </a:buClr>
              <a:buSzPts val="2000"/>
              <a:buChar char="–"/>
            </a:pPr>
            <a:r>
              <a:rPr lang="en-US" sz="2000"/>
              <a:t>An ERD can be used to model the database components that are described in a data dictionary</a:t>
            </a:r>
            <a:endParaRPr/>
          </a:p>
          <a:p>
            <a:pPr indent="-94488" lvl="0" marL="246888" rtl="0" algn="l">
              <a:lnSpc>
                <a:spcPct val="90000"/>
              </a:lnSpc>
              <a:spcBef>
                <a:spcPts val="1400"/>
              </a:spcBef>
              <a:spcAft>
                <a:spcPts val="0"/>
              </a:spcAft>
              <a:buClr>
                <a:schemeClr val="dk1"/>
              </a:buClr>
              <a:buSzPts val="2400"/>
              <a:buNone/>
            </a:pPr>
            <a:r>
              <a:t/>
            </a:r>
            <a:endParaRPr sz="24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2"/>
          <p:cNvSpPr txBox="1"/>
          <p:nvPr>
            <p:ph type="title"/>
          </p:nvPr>
        </p:nvSpPr>
        <p:spPr>
          <a:xfrm>
            <a:off x="1593436" y="177800"/>
            <a:ext cx="9782801" cy="1234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Data Model - Data Dictionary</a:t>
            </a:r>
            <a:endParaRPr/>
          </a:p>
        </p:txBody>
      </p:sp>
      <p:sp>
        <p:nvSpPr>
          <p:cNvPr id="610" name="Google Shape;610;p72"/>
          <p:cNvSpPr txBox="1"/>
          <p:nvPr>
            <p:ph idx="1" type="body"/>
          </p:nvPr>
        </p:nvSpPr>
        <p:spPr>
          <a:xfrm>
            <a:off x="1593436" y="1600200"/>
            <a:ext cx="9973584" cy="50800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100"/>
              <a:buChar char="›"/>
            </a:pPr>
            <a:r>
              <a:rPr lang="en-US" sz="2100"/>
              <a:t>Data Dictionary and Meta data</a:t>
            </a:r>
            <a:endParaRPr/>
          </a:p>
          <a:p>
            <a:pPr indent="-94488" lvl="0" marL="246888" rtl="0" algn="l">
              <a:lnSpc>
                <a:spcPct val="90000"/>
              </a:lnSpc>
              <a:spcBef>
                <a:spcPts val="1400"/>
              </a:spcBef>
              <a:spcAft>
                <a:spcPts val="0"/>
              </a:spcAft>
              <a:buClr>
                <a:schemeClr val="dk1"/>
              </a:buClr>
              <a:buSzPts val="2400"/>
              <a:buNone/>
            </a:pPr>
            <a:r>
              <a:t/>
            </a:r>
            <a:endParaRPr sz="2400"/>
          </a:p>
          <a:p>
            <a:pPr indent="-113538" lvl="2" marL="978408" rtl="0" algn="l">
              <a:lnSpc>
                <a:spcPct val="90000"/>
              </a:lnSpc>
              <a:spcBef>
                <a:spcPts val="600"/>
              </a:spcBef>
              <a:spcAft>
                <a:spcPts val="0"/>
              </a:spcAft>
              <a:buClr>
                <a:schemeClr val="dk1"/>
              </a:buClr>
              <a:buSzPts val="2100"/>
              <a:buNone/>
            </a:pPr>
            <a:r>
              <a:t/>
            </a:r>
            <a:endParaRPr sz="2100"/>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119888" lvl="2" marL="978408" rtl="0" algn="l">
              <a:lnSpc>
                <a:spcPct val="90000"/>
              </a:lnSpc>
              <a:spcBef>
                <a:spcPts val="600"/>
              </a:spcBef>
              <a:spcAft>
                <a:spcPts val="0"/>
              </a:spcAft>
              <a:buClr>
                <a:schemeClr val="dk1"/>
              </a:buClr>
              <a:buSzPts val="20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b="1"/>
          </a:p>
          <a:p>
            <a:pPr indent="-94488" lvl="1" marL="612648" rtl="0" algn="l">
              <a:lnSpc>
                <a:spcPct val="90000"/>
              </a:lnSpc>
              <a:spcBef>
                <a:spcPts val="600"/>
              </a:spcBef>
              <a:spcAft>
                <a:spcPts val="0"/>
              </a:spcAft>
              <a:buClr>
                <a:schemeClr val="dk1"/>
              </a:buClr>
              <a:buSzPts val="2400"/>
              <a:buNone/>
            </a:pPr>
            <a:r>
              <a:t/>
            </a:r>
            <a:endParaRPr/>
          </a:p>
        </p:txBody>
      </p:sp>
      <p:pic>
        <p:nvPicPr>
          <p:cNvPr id="611" name="Google Shape;611;p72"/>
          <p:cNvPicPr preferRelativeResize="0"/>
          <p:nvPr/>
        </p:nvPicPr>
        <p:blipFill rotWithShape="1">
          <a:blip r:embed="rId3">
            <a:alphaModFix/>
          </a:blip>
          <a:srcRect b="0" l="0" r="0" t="0"/>
          <a:stretch/>
        </p:blipFill>
        <p:spPr>
          <a:xfrm>
            <a:off x="6598468" y="1438294"/>
            <a:ext cx="4995491" cy="541970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Hmmmm..</a:t>
            </a:r>
            <a:endParaRPr/>
          </a:p>
        </p:txBody>
      </p:sp>
      <p:sp>
        <p:nvSpPr>
          <p:cNvPr id="617" name="Google Shape;617;p73"/>
          <p:cNvSpPr txBox="1"/>
          <p:nvPr>
            <p:ph idx="1" type="body"/>
          </p:nvPr>
        </p:nvSpPr>
        <p:spPr>
          <a:xfrm>
            <a:off x="1593436" y="1600200"/>
            <a:ext cx="4814586" cy="4572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That’s end of Unit IV</a:t>
            </a:r>
            <a:endParaRPr/>
          </a:p>
        </p:txBody>
      </p:sp>
      <p:sp>
        <p:nvSpPr>
          <p:cNvPr id="618" name="Google Shape;618;p73"/>
          <p:cNvSpPr txBox="1"/>
          <p:nvPr>
            <p:ph idx="2" type="body"/>
          </p:nvPr>
        </p:nvSpPr>
        <p:spPr>
          <a:xfrm>
            <a:off x="6561651" y="1600200"/>
            <a:ext cx="4814586" cy="4572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Thank you</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Math 16x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2024-11-06T00:05:42Z</dcterms:created>
  <dc:creator>Microsoft Office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