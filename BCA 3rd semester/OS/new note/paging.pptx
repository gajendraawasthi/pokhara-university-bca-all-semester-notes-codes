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314" r:id="rId5"/>
    <p:sldId id="329" r:id="rId6"/>
    <p:sldId id="334" r:id="rId7"/>
    <p:sldId id="343" r:id="rId8"/>
    <p:sldId id="339" r:id="rId9"/>
    <p:sldId id="341" r:id="rId10"/>
    <p:sldId id="322" r:id="rId11"/>
    <p:sldId id="33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16" userDrawn="1">
          <p15:clr>
            <a:srgbClr val="A4A3A4"/>
          </p15:clr>
        </p15:guide>
        <p15:guide id="2" orient="horz" pos="1008" userDrawn="1">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DFE"/>
    <a:srgbClr val="D4DDFE"/>
    <a:srgbClr val="D5DEFF"/>
    <a:srgbClr val="F6F7FF"/>
    <a:srgbClr val="DBDCE5"/>
    <a:srgbClr val="F0F1FB"/>
    <a:srgbClr val="DFE1F6"/>
    <a:srgbClr val="EEEFF5"/>
    <a:srgbClr val="DFE1EF"/>
    <a:srgbClr val="A9B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94" autoAdjust="0"/>
  </p:normalViewPr>
  <p:slideViewPr>
    <p:cSldViewPr snapToGrid="0">
      <p:cViewPr varScale="1">
        <p:scale>
          <a:sx n="71" d="100"/>
          <a:sy n="71" d="100"/>
        </p:scale>
        <p:origin x="1061" y="48"/>
      </p:cViewPr>
      <p:guideLst>
        <p:guide orient="horz" pos="1416"/>
        <p:guide orient="horz" pos="1008"/>
        <p:guide pos="3840"/>
      </p:guideLst>
    </p:cSldViewPr>
  </p:slideViewPr>
  <p:outlineViewPr>
    <p:cViewPr>
      <p:scale>
        <a:sx n="33" d="100"/>
        <a:sy n="33" d="100"/>
      </p:scale>
      <p:origin x="0" y="-10368"/>
    </p:cViewPr>
  </p:outlineViewPr>
  <p:notesTextViewPr>
    <p:cViewPr>
      <p:scale>
        <a:sx n="1" d="1"/>
        <a:sy n="1" d="1"/>
      </p:scale>
      <p:origin x="0" y="0"/>
    </p:cViewPr>
  </p:notesTextViewPr>
  <p:sorterViewPr>
    <p:cViewPr varScale="1">
      <p:scale>
        <a:sx n="100" d="100"/>
        <a:sy n="100" d="100"/>
      </p:scale>
      <p:origin x="0" y="0"/>
    </p:cViewPr>
  </p:sorterViewPr>
  <p:notesViewPr>
    <p:cSldViewPr snapToGrid="0" showGuide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32BE22-BCF5-218A-BCDB-9D6463B9A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36C6B9B-3CD0-9D38-9EB7-8FC9403B854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A62055-8DBD-6042-92AC-66DE479F90DE}" type="datetimeFigureOut">
              <a:rPr lang="en-US" smtClean="0"/>
              <a:t>1/4/2026</a:t>
            </a:fld>
            <a:endParaRPr lang="en-US" dirty="0"/>
          </a:p>
        </p:txBody>
      </p:sp>
      <p:sp>
        <p:nvSpPr>
          <p:cNvPr id="4" name="Footer Placeholder 3">
            <a:extLst>
              <a:ext uri="{FF2B5EF4-FFF2-40B4-BE49-F238E27FC236}">
                <a16:creationId xmlns:a16="http://schemas.microsoft.com/office/drawing/2014/main" id="{7745B14E-D4D7-1E40-CD23-AE797C2368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37135121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EE50A-AB77-49BE-9076-23C4C8D08BB2}" type="datetimeFigureOut">
              <a:rPr lang="en-US" smtClean="0"/>
              <a:t>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09883-B744-4FDD-8623-D69A66650022}" type="slidenum">
              <a:rPr lang="en-US" smtClean="0"/>
              <a:t>‹#›</a:t>
            </a:fld>
            <a:endParaRPr lang="en-US" dirty="0"/>
          </a:p>
        </p:txBody>
      </p:sp>
    </p:spTree>
    <p:extLst>
      <p:ext uri="{BB962C8B-B14F-4D97-AF65-F5344CB8AC3E}">
        <p14:creationId xmlns:p14="http://schemas.microsoft.com/office/powerpoint/2010/main" val="1427647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a:t>
            </a:fld>
            <a:endParaRPr lang="en-US" dirty="0"/>
          </a:p>
        </p:txBody>
      </p:sp>
    </p:spTree>
    <p:extLst>
      <p:ext uri="{BB962C8B-B14F-4D97-AF65-F5344CB8AC3E}">
        <p14:creationId xmlns:p14="http://schemas.microsoft.com/office/powerpoint/2010/main" val="265202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2</a:t>
            </a:fld>
            <a:endParaRPr lang="en-US" dirty="0"/>
          </a:p>
        </p:txBody>
      </p:sp>
    </p:spTree>
    <p:extLst>
      <p:ext uri="{BB962C8B-B14F-4D97-AF65-F5344CB8AC3E}">
        <p14:creationId xmlns:p14="http://schemas.microsoft.com/office/powerpoint/2010/main" val="3341551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3</a:t>
            </a:fld>
            <a:endParaRPr lang="en-US" dirty="0"/>
          </a:p>
        </p:txBody>
      </p:sp>
    </p:spTree>
    <p:extLst>
      <p:ext uri="{BB962C8B-B14F-4D97-AF65-F5344CB8AC3E}">
        <p14:creationId xmlns:p14="http://schemas.microsoft.com/office/powerpoint/2010/main" val="3704363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4</a:t>
            </a:fld>
            <a:endParaRPr lang="en-US" dirty="0"/>
          </a:p>
        </p:txBody>
      </p:sp>
    </p:spTree>
    <p:extLst>
      <p:ext uri="{BB962C8B-B14F-4D97-AF65-F5344CB8AC3E}">
        <p14:creationId xmlns:p14="http://schemas.microsoft.com/office/powerpoint/2010/main" val="89682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5</a:t>
            </a:fld>
            <a:endParaRPr lang="en-US" dirty="0"/>
          </a:p>
        </p:txBody>
      </p:sp>
    </p:spTree>
    <p:extLst>
      <p:ext uri="{BB962C8B-B14F-4D97-AF65-F5344CB8AC3E}">
        <p14:creationId xmlns:p14="http://schemas.microsoft.com/office/powerpoint/2010/main" val="3748998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6</a:t>
            </a:fld>
            <a:endParaRPr lang="en-US" dirty="0"/>
          </a:p>
        </p:txBody>
      </p:sp>
    </p:spTree>
    <p:extLst>
      <p:ext uri="{BB962C8B-B14F-4D97-AF65-F5344CB8AC3E}">
        <p14:creationId xmlns:p14="http://schemas.microsoft.com/office/powerpoint/2010/main" val="321455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7</a:t>
            </a:fld>
            <a:endParaRPr lang="en-US" dirty="0"/>
          </a:p>
        </p:txBody>
      </p:sp>
    </p:spTree>
    <p:extLst>
      <p:ext uri="{BB962C8B-B14F-4D97-AF65-F5344CB8AC3E}">
        <p14:creationId xmlns:p14="http://schemas.microsoft.com/office/powerpoint/2010/main" val="1703823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8</a:t>
            </a:fld>
            <a:endParaRPr lang="en-US" dirty="0"/>
          </a:p>
        </p:txBody>
      </p:sp>
    </p:spTree>
    <p:extLst>
      <p:ext uri="{BB962C8B-B14F-4D97-AF65-F5344CB8AC3E}">
        <p14:creationId xmlns:p14="http://schemas.microsoft.com/office/powerpoint/2010/main" val="25707651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811185" y="629469"/>
            <a:ext cx="8961120" cy="5599062"/>
          </a:xfrm>
        </p:spPr>
        <p:txBody>
          <a:bodyPr lIns="0" tIns="0" rIns="0" bIns="0" anchor="ctr">
            <a:noAutofit/>
          </a:bodyPr>
          <a:lstStyle>
            <a:lvl1pPr marL="0" algn="l">
              <a:lnSpc>
                <a:spcPct val="80000"/>
              </a:lnSpc>
              <a:spcBef>
                <a:spcPts val="0"/>
              </a:spcBef>
              <a:spcAft>
                <a:spcPts val="0"/>
              </a:spcAft>
              <a:defRPr sz="7000"/>
            </a:lvl1pPr>
          </a:lstStyle>
          <a:p>
            <a:r>
              <a:rPr lang="en-US" dirty="0"/>
              <a:t>Click to add title</a:t>
            </a:r>
          </a:p>
        </p:txBody>
      </p:sp>
      <p:sp>
        <p:nvSpPr>
          <p:cNvPr id="6" name="Freeform 5">
            <a:extLst>
              <a:ext uri="{FF2B5EF4-FFF2-40B4-BE49-F238E27FC236}">
                <a16:creationId xmlns:a16="http://schemas.microsoft.com/office/drawing/2014/main" id="{CA65DB93-2357-6899-3DDD-DC79C877ADA2}"/>
              </a:ext>
              <a:ext uri="{C183D7F6-B498-43B3-948B-1728B52AA6E4}">
                <adec:decorative xmlns:adec="http://schemas.microsoft.com/office/drawing/2017/decorative" val="1"/>
              </a:ext>
            </a:extLst>
          </p:cNvPr>
          <p:cNvSpPr/>
          <p:nvPr userDrawn="1"/>
        </p:nvSpPr>
        <p:spPr>
          <a:xfrm>
            <a:off x="9729533" y="5801722"/>
            <a:ext cx="2115210" cy="1056278"/>
          </a:xfrm>
          <a:custGeom>
            <a:avLst/>
            <a:gdLst>
              <a:gd name="connsiteX0" fmla="*/ 1057605 w 2115210"/>
              <a:gd name="connsiteY0" fmla="*/ 0 h 1056278"/>
              <a:gd name="connsiteX1" fmla="*/ 2109820 w 2115210"/>
              <a:gd name="connsiteY1" fmla="*/ 949535 h 1056278"/>
              <a:gd name="connsiteX2" fmla="*/ 2115210 w 2115210"/>
              <a:gd name="connsiteY2" fmla="*/ 1056278 h 1056278"/>
              <a:gd name="connsiteX3" fmla="*/ 0 w 2115210"/>
              <a:gd name="connsiteY3" fmla="*/ 1056278 h 1056278"/>
              <a:gd name="connsiteX4" fmla="*/ 5390 w 2115210"/>
              <a:gd name="connsiteY4" fmla="*/ 949535 h 1056278"/>
              <a:gd name="connsiteX5" fmla="*/ 1057605 w 2115210"/>
              <a:gd name="connsiteY5" fmla="*/ 0 h 1056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5210" h="1056278">
                <a:moveTo>
                  <a:pt x="1057605" y="0"/>
                </a:moveTo>
                <a:cubicBezTo>
                  <a:pt x="1605234" y="0"/>
                  <a:pt x="2055657" y="416196"/>
                  <a:pt x="2109820" y="949535"/>
                </a:cubicBezTo>
                <a:lnTo>
                  <a:pt x="2115210" y="1056278"/>
                </a:lnTo>
                <a:lnTo>
                  <a:pt x="0" y="1056278"/>
                </a:lnTo>
                <a:lnTo>
                  <a:pt x="5390" y="949535"/>
                </a:lnTo>
                <a:cubicBezTo>
                  <a:pt x="59553" y="416196"/>
                  <a:pt x="509976" y="0"/>
                  <a:pt x="105760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1" name="Object 1">
            <a:extLst>
              <a:ext uri="{FF2B5EF4-FFF2-40B4-BE49-F238E27FC236}">
                <a16:creationId xmlns:a16="http://schemas.microsoft.com/office/drawing/2014/main" id="{056E6431-5C32-6197-AA1B-3763794313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999852" y="0"/>
            <a:ext cx="1574573" cy="3954463"/>
          </a:xfrm>
          <a:prstGeom prst="rect">
            <a:avLst/>
          </a:prstGeom>
        </p:spPr>
      </p:pic>
    </p:spTree>
    <p:extLst>
      <p:ext uri="{BB962C8B-B14F-4D97-AF65-F5344CB8AC3E}">
        <p14:creationId xmlns:p14="http://schemas.microsoft.com/office/powerpoint/2010/main" val="383958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3"/>
            <a:ext cx="6400800" cy="1828800"/>
          </a:xfrm>
        </p:spPr>
        <p:txBody>
          <a:bodyPr lIns="0" tIns="0" rIns="0" bIns="0">
            <a:noAutofit/>
          </a:bodyPr>
          <a:lstStyle>
            <a:lvl1pPr>
              <a:defRPr baseline="0"/>
            </a:lvl1pPr>
          </a:lstStyle>
          <a:p>
            <a:r>
              <a:rPr lang="en-US" dirty="0"/>
              <a:t>Click to add 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6698" r="40000"/>
          <a:stretch>
            <a:fillRect/>
          </a:stretch>
        </p:blipFill>
        <p:spPr>
          <a:xfrm>
            <a:off x="8077200" y="0"/>
            <a:ext cx="4114800" cy="5712824"/>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12" name="Oval 11">
            <a:extLst>
              <a:ext uri="{FF2B5EF4-FFF2-40B4-BE49-F238E27FC236}">
                <a16:creationId xmlns:a16="http://schemas.microsoft.com/office/drawing/2014/main" id="{45B92DB2-64DD-608F-360F-52958A93EB5B}"/>
              </a:ext>
              <a:ext uri="{C183D7F6-B498-43B3-948B-1728B52AA6E4}">
                <adec:decorative xmlns:adec="http://schemas.microsoft.com/office/drawing/2017/decorative" val="1"/>
              </a:ext>
            </a:extLst>
          </p:cNvPr>
          <p:cNvSpPr/>
          <p:nvPr userDrawn="1"/>
        </p:nvSpPr>
        <p:spPr>
          <a:xfrm>
            <a:off x="7445683" y="944192"/>
            <a:ext cx="1291008" cy="129100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Content Placeholder 5">
            <a:extLst>
              <a:ext uri="{FF2B5EF4-FFF2-40B4-BE49-F238E27FC236}">
                <a16:creationId xmlns:a16="http://schemas.microsoft.com/office/drawing/2014/main" id="{1CA1AC91-E5AE-A457-178C-6A577DAAF4C4}"/>
              </a:ext>
            </a:extLst>
          </p:cNvPr>
          <p:cNvSpPr>
            <a:spLocks noGrp="1"/>
          </p:cNvSpPr>
          <p:nvPr>
            <p:ph sz="quarter" idx="14" hasCustomPrompt="1"/>
          </p:nvPr>
        </p:nvSpPr>
        <p:spPr>
          <a:xfrm>
            <a:off x="811185" y="2774786"/>
            <a:ext cx="6400800" cy="3257550"/>
          </a:xfrm>
        </p:spPr>
        <p:txBody>
          <a:bodyPr lIns="0"/>
          <a:lstStyle>
            <a:lvl1pPr marL="0" indent="0">
              <a:buNone/>
              <a:defRPr sz="2400"/>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4">
            <a:extLst>
              <a:ext uri="{FF2B5EF4-FFF2-40B4-BE49-F238E27FC236}">
                <a16:creationId xmlns:a16="http://schemas.microsoft.com/office/drawing/2014/main" id="{9D4FED77-2877-7D28-E27C-7BE9F5E7393A}"/>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4" name="Slide Number Placeholder 5">
            <a:extLst>
              <a:ext uri="{FF2B5EF4-FFF2-40B4-BE49-F238E27FC236}">
                <a16:creationId xmlns:a16="http://schemas.microsoft.com/office/drawing/2014/main" id="{90785AC1-54EA-61EE-115B-C1910CC60A62}"/>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64587433"/>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0B2CA14-03DC-FC05-7713-E0261B4B2F3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642" b="69630"/>
          <a:stretch>
            <a:fillRect/>
          </a:stretch>
        </p:blipFill>
        <p:spPr>
          <a:xfrm>
            <a:off x="1" y="4775200"/>
            <a:ext cx="6608233" cy="2082800"/>
          </a:xfrm>
          <a:custGeom>
            <a:avLst/>
            <a:gdLst>
              <a:gd name="connsiteX0" fmla="*/ 0 w 6608233"/>
              <a:gd name="connsiteY0" fmla="*/ 0 h 2082800"/>
              <a:gd name="connsiteX1" fmla="*/ 6608233 w 6608233"/>
              <a:gd name="connsiteY1" fmla="*/ 0 h 2082800"/>
              <a:gd name="connsiteX2" fmla="*/ 6608233 w 6608233"/>
              <a:gd name="connsiteY2" fmla="*/ 2082800 h 2082800"/>
              <a:gd name="connsiteX3" fmla="*/ 0 w 6608233"/>
              <a:gd name="connsiteY3" fmla="*/ 2082800 h 2082800"/>
            </a:gdLst>
            <a:ahLst/>
            <a:cxnLst>
              <a:cxn ang="0">
                <a:pos x="connsiteX0" y="connsiteY0"/>
              </a:cxn>
              <a:cxn ang="0">
                <a:pos x="connsiteX1" y="connsiteY1"/>
              </a:cxn>
              <a:cxn ang="0">
                <a:pos x="connsiteX2" y="connsiteY2"/>
              </a:cxn>
              <a:cxn ang="0">
                <a:pos x="connsiteX3" y="connsiteY3"/>
              </a:cxn>
            </a:cxnLst>
            <a:rect l="l" t="t" r="r" b="b"/>
            <a:pathLst>
              <a:path w="6608233" h="2082800">
                <a:moveTo>
                  <a:pt x="0" y="0"/>
                </a:moveTo>
                <a:lnTo>
                  <a:pt x="6608233" y="0"/>
                </a:lnTo>
                <a:lnTo>
                  <a:pt x="6608233" y="2082800"/>
                </a:lnTo>
                <a:lnTo>
                  <a:pt x="0" y="2082800"/>
                </a:lnTo>
                <a:close/>
              </a:path>
            </a:pathLst>
          </a:custGeom>
        </p:spPr>
      </p:pic>
      <p:sp>
        <p:nvSpPr>
          <p:cNvPr id="5" name="Freeform 4">
            <a:extLst>
              <a:ext uri="{FF2B5EF4-FFF2-40B4-BE49-F238E27FC236}">
                <a16:creationId xmlns:a16="http://schemas.microsoft.com/office/drawing/2014/main" id="{5EC223C2-E475-8E7A-48D4-A9BC2EB6931C}"/>
              </a:ext>
              <a:ext uri="{C183D7F6-B498-43B3-948B-1728B52AA6E4}">
                <adec:decorative xmlns:adec="http://schemas.microsoft.com/office/drawing/2017/decorative" val="1"/>
              </a:ext>
            </a:extLst>
          </p:cNvPr>
          <p:cNvSpPr/>
          <p:nvPr userDrawn="1"/>
        </p:nvSpPr>
        <p:spPr>
          <a:xfrm>
            <a:off x="9249382" y="1747860"/>
            <a:ext cx="2692400" cy="2692400"/>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rgbClr val="D5DE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Oval 5">
            <a:extLst>
              <a:ext uri="{FF2B5EF4-FFF2-40B4-BE49-F238E27FC236}">
                <a16:creationId xmlns:a16="http://schemas.microsoft.com/office/drawing/2014/main" id="{1BD9D7CE-BCD9-0B12-1945-C5FFE31A7DAE}"/>
              </a:ext>
              <a:ext uri="{C183D7F6-B498-43B3-948B-1728B52AA6E4}">
                <adec:decorative xmlns:adec="http://schemas.microsoft.com/office/drawing/2017/decorative" val="1"/>
              </a:ext>
            </a:extLst>
          </p:cNvPr>
          <p:cNvSpPr/>
          <p:nvPr userDrawn="1"/>
        </p:nvSpPr>
        <p:spPr>
          <a:xfrm>
            <a:off x="8793014" y="361075"/>
            <a:ext cx="2115351" cy="21153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Title 1">
            <a:extLst>
              <a:ext uri="{FF2B5EF4-FFF2-40B4-BE49-F238E27FC236}">
                <a16:creationId xmlns:a16="http://schemas.microsoft.com/office/drawing/2014/main" id="{9455275E-28AB-F0B7-E799-5116B11205DF}"/>
              </a:ext>
            </a:extLst>
          </p:cNvPr>
          <p:cNvSpPr>
            <a:spLocks noGrp="1"/>
          </p:cNvSpPr>
          <p:nvPr>
            <p:ph type="title" hasCustomPrompt="1"/>
          </p:nvPr>
        </p:nvSpPr>
        <p:spPr>
          <a:xfrm>
            <a:off x="811185" y="827307"/>
            <a:ext cx="6400800" cy="5203387"/>
          </a:xfrm>
        </p:spPr>
        <p:txBody>
          <a:bodyPr lIns="0" tIns="0" rIns="0" bIns="0" anchor="ctr">
            <a:noAutofit/>
          </a:bodyPr>
          <a:lstStyle>
            <a:lvl1pPr>
              <a:defRPr sz="5400"/>
            </a:lvl1pPr>
          </a:lstStyle>
          <a:p>
            <a:r>
              <a:rPr lang="en-US" dirty="0"/>
              <a:t>Click to add title</a:t>
            </a:r>
          </a:p>
        </p:txBody>
      </p:sp>
      <p:sp>
        <p:nvSpPr>
          <p:cNvPr id="13" name="Picture Placeholder 12">
            <a:extLst>
              <a:ext uri="{FF2B5EF4-FFF2-40B4-BE49-F238E27FC236}">
                <a16:creationId xmlns:a16="http://schemas.microsoft.com/office/drawing/2014/main" id="{97BD7E0A-39A9-0CF7-F1CE-E777075BFAA9}"/>
              </a:ext>
            </a:extLst>
          </p:cNvPr>
          <p:cNvSpPr>
            <a:spLocks noGrp="1"/>
          </p:cNvSpPr>
          <p:nvPr>
            <p:ph type="pic" sz="quarter" idx="15"/>
          </p:nvPr>
        </p:nvSpPr>
        <p:spPr>
          <a:xfrm>
            <a:off x="7401915" y="3046905"/>
            <a:ext cx="3456590" cy="345659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ln w="57150">
            <a:noFill/>
          </a:ln>
        </p:spPr>
        <p:txBody>
          <a:bodyPr wrap="square" tIns="1371600">
            <a:noAutofit/>
          </a:bodyPr>
          <a:lstStyle>
            <a:lvl1pPr marL="0" indent="0" algn="ctr">
              <a:buNone/>
              <a:defRPr sz="1600"/>
            </a:lvl1pPr>
          </a:lstStyle>
          <a:p>
            <a:r>
              <a:rPr lang="en-US"/>
              <a:t>Click icon to add picture</a:t>
            </a:r>
            <a:endParaRPr lang="en-US" dirty="0"/>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07316365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pic>
        <p:nvPicPr>
          <p:cNvPr id="2" name="Object 1">
            <a:extLst>
              <a:ext uri="{FF2B5EF4-FFF2-40B4-BE49-F238E27FC236}">
                <a16:creationId xmlns:a16="http://schemas.microsoft.com/office/drawing/2014/main" id="{269C21E5-B8EE-7438-A771-34BC8006E13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385898" y="0"/>
            <a:ext cx="1574573" cy="3954463"/>
          </a:xfrm>
          <a:prstGeom prst="rect">
            <a:avLst/>
          </a:prstGeom>
        </p:spPr>
      </p:pic>
      <p:sp>
        <p:nvSpPr>
          <p:cNvPr id="3" name="Oval 2">
            <a:extLst>
              <a:ext uri="{FF2B5EF4-FFF2-40B4-BE49-F238E27FC236}">
                <a16:creationId xmlns:a16="http://schemas.microsoft.com/office/drawing/2014/main" id="{18F333FA-6DDE-DB6C-73BB-FE8387977425}"/>
              </a:ext>
              <a:ext uri="{C183D7F6-B498-43B3-948B-1728B52AA6E4}">
                <adec:decorative xmlns:adec="http://schemas.microsoft.com/office/drawing/2017/decorative" val="1"/>
              </a:ext>
            </a:extLst>
          </p:cNvPr>
          <p:cNvSpPr/>
          <p:nvPr userDrawn="1"/>
        </p:nvSpPr>
        <p:spPr>
          <a:xfrm>
            <a:off x="9115508" y="4240999"/>
            <a:ext cx="2115351" cy="21153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Title 1">
            <a:extLst>
              <a:ext uri="{FF2B5EF4-FFF2-40B4-BE49-F238E27FC236}">
                <a16:creationId xmlns:a16="http://schemas.microsoft.com/office/drawing/2014/main" id="{AB87953E-96F2-8BCC-B295-E1033E7D2747}"/>
              </a:ext>
            </a:extLst>
          </p:cNvPr>
          <p:cNvSpPr>
            <a:spLocks noGrp="1"/>
          </p:cNvSpPr>
          <p:nvPr>
            <p:ph type="title" hasCustomPrompt="1"/>
          </p:nvPr>
        </p:nvSpPr>
        <p:spPr>
          <a:xfrm>
            <a:off x="811185" y="621972"/>
            <a:ext cx="7599718" cy="3051394"/>
          </a:xfrm>
        </p:spPr>
        <p:txBody>
          <a:bodyPr lIns="0" tIns="0" rIns="0" bIns="0" anchor="b">
            <a:noAutofit/>
          </a:bodyPr>
          <a:lstStyle>
            <a:lvl1pPr>
              <a:defRPr sz="5400"/>
            </a:lvl1pPr>
          </a:lstStyle>
          <a:p>
            <a:r>
              <a:rPr lang="en-US" dirty="0"/>
              <a:t>Click to add title</a:t>
            </a:r>
          </a:p>
        </p:txBody>
      </p:sp>
      <p:sp>
        <p:nvSpPr>
          <p:cNvPr id="6" name="Text Placeholder 15">
            <a:extLst>
              <a:ext uri="{FF2B5EF4-FFF2-40B4-BE49-F238E27FC236}">
                <a16:creationId xmlns:a16="http://schemas.microsoft.com/office/drawing/2014/main" id="{0A627B70-91C8-40B9-6189-B29749FF6E92}"/>
              </a:ext>
            </a:extLst>
          </p:cNvPr>
          <p:cNvSpPr>
            <a:spLocks noGrp="1"/>
          </p:cNvSpPr>
          <p:nvPr>
            <p:ph type="body" sz="quarter" idx="14" hasCustomPrompt="1"/>
          </p:nvPr>
        </p:nvSpPr>
        <p:spPr>
          <a:xfrm>
            <a:off x="811185" y="3965028"/>
            <a:ext cx="7599718" cy="1493781"/>
          </a:xfrm>
        </p:spPr>
        <p:txBody>
          <a:bodyPr lIns="0" tIns="0" rIns="0" bIns="0">
            <a:noAutofit/>
          </a:bodyPr>
          <a:lstStyle>
            <a:lvl1pPr marL="0" indent="0">
              <a:buNone/>
              <a:defRPr sz="2400" b="1" i="0">
                <a:solidFill>
                  <a:schemeClr val="accent4"/>
                </a:solidFill>
                <a:latin typeface="+mj-lt"/>
                <a:cs typeface="Arial" panose="020B0604020202020204" pitchFamily="34" charset="0"/>
              </a:defRPr>
            </a:lvl1pPr>
            <a:lvl2pPr marL="457200" indent="0">
              <a:buNone/>
              <a:defRPr sz="1800" b="1" i="0">
                <a:latin typeface="Arial Black" panose="020B0604020202020204" pitchFamily="34" charset="0"/>
                <a:cs typeface="Arial Black" panose="020B0604020202020204" pitchFamily="34" charset="0"/>
              </a:defRPr>
            </a:lvl2pPr>
          </a:lstStyle>
          <a:p>
            <a:r>
              <a:rPr lang="en-US" dirty="0"/>
              <a:t>Click to add subtitle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5894702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C12813-DBA6-41C2-2418-83919E059FED}"/>
              </a:ext>
              <a:ext uri="{C183D7F6-B498-43B3-948B-1728B52AA6E4}">
                <adec:decorative xmlns:adec="http://schemas.microsoft.com/office/drawing/2017/decorative" val="1"/>
              </a:ext>
            </a:extLst>
          </p:cNvPr>
          <p:cNvGrpSpPr/>
          <p:nvPr userDrawn="1"/>
        </p:nvGrpSpPr>
        <p:grpSpPr>
          <a:xfrm rot="10800000">
            <a:off x="741680" y="0"/>
            <a:ext cx="2133966" cy="2133966"/>
            <a:chOff x="9654699" y="2229295"/>
            <a:chExt cx="2133966" cy="2133966"/>
          </a:xfrm>
        </p:grpSpPr>
        <p:sp>
          <p:nvSpPr>
            <p:cNvPr id="5" name="Freeform 4">
              <a:extLst>
                <a:ext uri="{FF2B5EF4-FFF2-40B4-BE49-F238E27FC236}">
                  <a16:creationId xmlns:a16="http://schemas.microsoft.com/office/drawing/2014/main" id="{C2A74540-7988-B712-8AB1-9EE03FE1EC8A}"/>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736CF9A1-91DA-6419-08F2-4CC262EA4D1E}"/>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9" name="Graphic 8">
            <a:extLst>
              <a:ext uri="{FF2B5EF4-FFF2-40B4-BE49-F238E27FC236}">
                <a16:creationId xmlns:a16="http://schemas.microsoft.com/office/drawing/2014/main" id="{AAAE3BC0-55AE-B520-F2B8-50BF886EF7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52884" r="34757"/>
          <a:stretch>
            <a:fillRect/>
          </a:stretch>
        </p:blipFill>
        <p:spPr>
          <a:xfrm flipH="1" flipV="1">
            <a:off x="0" y="3626779"/>
            <a:ext cx="4474331" cy="3231221"/>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
        <p:nvSpPr>
          <p:cNvPr id="14" name="Title 1">
            <a:extLst>
              <a:ext uri="{FF2B5EF4-FFF2-40B4-BE49-F238E27FC236}">
                <a16:creationId xmlns:a16="http://schemas.microsoft.com/office/drawing/2014/main" id="{7B29A2F3-C289-9762-6F9F-DA18D322DF07}"/>
              </a:ext>
            </a:extLst>
          </p:cNvPr>
          <p:cNvSpPr>
            <a:spLocks noGrp="1"/>
          </p:cNvSpPr>
          <p:nvPr>
            <p:ph type="title" hasCustomPrompt="1"/>
          </p:nvPr>
        </p:nvSpPr>
        <p:spPr>
          <a:xfrm>
            <a:off x="4953000"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8F2A1870-E86B-5125-7AB3-A1F5DF7E7528}"/>
              </a:ext>
            </a:extLst>
          </p:cNvPr>
          <p:cNvSpPr>
            <a:spLocks noGrp="1"/>
          </p:cNvSpPr>
          <p:nvPr>
            <p:ph sz="quarter" idx="26" hasCustomPrompt="1"/>
          </p:nvPr>
        </p:nvSpPr>
        <p:spPr>
          <a:xfrm>
            <a:off x="4953000" y="2768043"/>
            <a:ext cx="6400799" cy="3231221"/>
          </a:xfrm>
        </p:spPr>
        <p:txBody>
          <a:bodyPr lIns="0" tIns="0" rIns="0" bIns="0"/>
          <a:lstStyle>
            <a:lvl1pPr marL="0" indent="0">
              <a:buNone/>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F1FE2A1C-A3CC-9D8B-DE44-FDE1132F7FC5}"/>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11" name="Slide Number Placeholder 5">
            <a:extLst>
              <a:ext uri="{FF2B5EF4-FFF2-40B4-BE49-F238E27FC236}">
                <a16:creationId xmlns:a16="http://schemas.microsoft.com/office/drawing/2014/main" id="{23C454DD-C924-8468-6944-AF53508CD86B}"/>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6882561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2"/>
            <a:ext cx="6400800" cy="3051393"/>
          </a:xfrm>
        </p:spPr>
        <p:txBody>
          <a:bodyPr lIns="0" tIns="0" rIns="0" bIns="0" anchor="b">
            <a:noAutofit/>
          </a:bodyPr>
          <a:lstStyle>
            <a:lvl1pPr>
              <a:defRPr sz="5400" baseline="0"/>
            </a:lvl1pPr>
          </a:lstStyle>
          <a:p>
            <a:r>
              <a:rPr lang="en-US" dirty="0"/>
              <a:t>Click to add title</a:t>
            </a:r>
          </a:p>
        </p:txBody>
      </p:sp>
      <p:sp>
        <p:nvSpPr>
          <p:cNvPr id="14" name="Text Placeholder 15">
            <a:extLst>
              <a:ext uri="{FF2B5EF4-FFF2-40B4-BE49-F238E27FC236}">
                <a16:creationId xmlns:a16="http://schemas.microsoft.com/office/drawing/2014/main" id="{E0CDAE70-42DC-AB0D-6734-B9944B7993D9}"/>
              </a:ext>
            </a:extLst>
          </p:cNvPr>
          <p:cNvSpPr>
            <a:spLocks noGrp="1"/>
          </p:cNvSpPr>
          <p:nvPr>
            <p:ph type="body" sz="quarter" idx="13" hasCustomPrompt="1"/>
          </p:nvPr>
        </p:nvSpPr>
        <p:spPr>
          <a:xfrm>
            <a:off x="811185" y="3965028"/>
            <a:ext cx="6400799" cy="1966747"/>
          </a:xfrm>
        </p:spPr>
        <p:txBody>
          <a:bodyPr vert="horz" lIns="0" tIns="0" rIns="0" bIns="0" rtlCol="0">
            <a:noAutofit/>
          </a:bodyPr>
          <a:lstStyle>
            <a:lvl1pPr marL="0" indent="0">
              <a:buNone/>
              <a:defRPr lang="en-US" sz="2400" b="1" i="0" dirty="0">
                <a:solidFill>
                  <a:schemeClr val="accent4"/>
                </a:solidFill>
                <a:latin typeface="+mj-lt"/>
                <a:cs typeface="Arial Black" panose="020B0604020202020204" pitchFamily="34" charset="0"/>
              </a:defRPr>
            </a:lvl1pPr>
          </a:lstStyle>
          <a:p>
            <a:pPr marL="228600" lvl="0" indent="-228600"/>
            <a:r>
              <a:rPr lang="en-US" dirty="0"/>
              <a:t>Click to add subtitle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6698" r="40000"/>
          <a:stretch>
            <a:fillRect/>
          </a:stretch>
        </p:blipFill>
        <p:spPr>
          <a:xfrm>
            <a:off x="8077200" y="0"/>
            <a:ext cx="4114800" cy="5712824"/>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12" name="Oval 11">
            <a:extLst>
              <a:ext uri="{FF2B5EF4-FFF2-40B4-BE49-F238E27FC236}">
                <a16:creationId xmlns:a16="http://schemas.microsoft.com/office/drawing/2014/main" id="{45B92DB2-64DD-608F-360F-52958A93EB5B}"/>
              </a:ext>
              <a:ext uri="{C183D7F6-B498-43B3-948B-1728B52AA6E4}">
                <adec:decorative xmlns:adec="http://schemas.microsoft.com/office/drawing/2017/decorative" val="1"/>
              </a:ext>
            </a:extLst>
          </p:cNvPr>
          <p:cNvSpPr/>
          <p:nvPr userDrawn="1"/>
        </p:nvSpPr>
        <p:spPr>
          <a:xfrm>
            <a:off x="7445683" y="944192"/>
            <a:ext cx="1291008" cy="129100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Picture Placeholder 2">
            <a:extLst>
              <a:ext uri="{FF2B5EF4-FFF2-40B4-BE49-F238E27FC236}">
                <a16:creationId xmlns:a16="http://schemas.microsoft.com/office/drawing/2014/main" id="{6038EDAF-6CF8-D96E-EB91-CAFEBE0CA195}"/>
              </a:ext>
            </a:extLst>
          </p:cNvPr>
          <p:cNvSpPr>
            <a:spLocks noGrp="1"/>
          </p:cNvSpPr>
          <p:nvPr>
            <p:ph type="pic" sz="quarter" idx="15"/>
          </p:nvPr>
        </p:nvSpPr>
        <p:spPr>
          <a:xfrm>
            <a:off x="8091187" y="2475185"/>
            <a:ext cx="3456590" cy="345659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solidFill>
            <a:schemeClr val="accent3"/>
          </a:solidFill>
          <a:ln w="57150">
            <a:noFill/>
          </a:ln>
        </p:spPr>
        <p:txBody>
          <a:bodyPr wrap="square" tIns="1188720">
            <a:noAutofit/>
          </a:bodyPr>
          <a:lstStyle>
            <a:lvl1pPr marL="0" indent="0" algn="ctr">
              <a:buNone/>
              <a:defRPr sz="1600"/>
            </a:lvl1pPr>
          </a:lstStyle>
          <a:p>
            <a:r>
              <a:rPr lang="en-US"/>
              <a:t>Click icon to add picture</a:t>
            </a:r>
            <a:endParaRPr lang="en-US" dirty="0"/>
          </a:p>
        </p:txBody>
      </p:sp>
      <p:sp>
        <p:nvSpPr>
          <p:cNvPr id="6" name="Footer Placeholder 4">
            <a:extLst>
              <a:ext uri="{FF2B5EF4-FFF2-40B4-BE49-F238E27FC236}">
                <a16:creationId xmlns:a16="http://schemas.microsoft.com/office/drawing/2014/main" id="{BE148B4D-CB0B-8B95-BA58-B33DE05305B9}"/>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9" name="Slide Number Placeholder 5">
            <a:extLst>
              <a:ext uri="{FF2B5EF4-FFF2-40B4-BE49-F238E27FC236}">
                <a16:creationId xmlns:a16="http://schemas.microsoft.com/office/drawing/2014/main" id="{9B895145-43B3-C337-08C1-C009F83D87F4}"/>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52388379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3"/>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A22F8239-92F5-595B-5DD3-ACBA1C19E6A1}"/>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82969"/>
          <a:stretch/>
        </p:blipFill>
        <p:spPr>
          <a:xfrm>
            <a:off x="3459002" y="5609995"/>
            <a:ext cx="7328137" cy="1248005"/>
          </a:xfrm>
          <a:custGeom>
            <a:avLst/>
            <a:gdLst>
              <a:gd name="connsiteX0" fmla="*/ 0 w 7328137"/>
              <a:gd name="connsiteY0" fmla="*/ 0 h 1912980"/>
              <a:gd name="connsiteX1" fmla="*/ 7328137 w 7328137"/>
              <a:gd name="connsiteY1" fmla="*/ 0 h 1912980"/>
              <a:gd name="connsiteX2" fmla="*/ 7328137 w 7328137"/>
              <a:gd name="connsiteY2" fmla="*/ 1912980 h 1912980"/>
              <a:gd name="connsiteX3" fmla="*/ 0 w 7328137"/>
              <a:gd name="connsiteY3" fmla="*/ 1912980 h 1912980"/>
            </a:gdLst>
            <a:ahLst/>
            <a:cxnLst>
              <a:cxn ang="0">
                <a:pos x="connsiteX0" y="connsiteY0"/>
              </a:cxn>
              <a:cxn ang="0">
                <a:pos x="connsiteX1" y="connsiteY1"/>
              </a:cxn>
              <a:cxn ang="0">
                <a:pos x="connsiteX2" y="connsiteY2"/>
              </a:cxn>
              <a:cxn ang="0">
                <a:pos x="connsiteX3" y="connsiteY3"/>
              </a:cxn>
            </a:cxnLst>
            <a:rect l="l" t="t" r="r" b="b"/>
            <a:pathLst>
              <a:path w="7328137" h="1912980">
                <a:moveTo>
                  <a:pt x="0" y="0"/>
                </a:moveTo>
                <a:lnTo>
                  <a:pt x="7328137" y="0"/>
                </a:lnTo>
                <a:lnTo>
                  <a:pt x="7328137" y="1912980"/>
                </a:lnTo>
                <a:lnTo>
                  <a:pt x="0" y="1912980"/>
                </a:lnTo>
                <a:close/>
              </a:path>
            </a:pathLst>
          </a:custGeom>
        </p:spPr>
      </p:pic>
      <p:grpSp>
        <p:nvGrpSpPr>
          <p:cNvPr id="10" name="Group 9">
            <a:extLst>
              <a:ext uri="{FF2B5EF4-FFF2-40B4-BE49-F238E27FC236}">
                <a16:creationId xmlns:a16="http://schemas.microsoft.com/office/drawing/2014/main" id="{DF9E987C-6F3E-FB11-D796-2D5F9075A7FF}"/>
              </a:ext>
              <a:ext uri="{C183D7F6-B498-43B3-948B-1728B52AA6E4}">
                <adec:decorative xmlns:adec="http://schemas.microsoft.com/office/drawing/2017/decorative" val="1"/>
              </a:ext>
            </a:extLst>
          </p:cNvPr>
          <p:cNvGrpSpPr/>
          <p:nvPr userDrawn="1"/>
        </p:nvGrpSpPr>
        <p:grpSpPr>
          <a:xfrm rot="10800000">
            <a:off x="9829617" y="0"/>
            <a:ext cx="2133966" cy="2133966"/>
            <a:chOff x="9654699" y="2229295"/>
            <a:chExt cx="2133966" cy="2133966"/>
          </a:xfrm>
        </p:grpSpPr>
        <p:sp>
          <p:nvSpPr>
            <p:cNvPr id="11" name="Freeform 10">
              <a:extLst>
                <a:ext uri="{FF2B5EF4-FFF2-40B4-BE49-F238E27FC236}">
                  <a16:creationId xmlns:a16="http://schemas.microsoft.com/office/drawing/2014/main" id="{53342B09-3192-492F-3F5F-19163C83F9EE}"/>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062E2B15-36A9-C2C7-6306-EEA512B646D0}"/>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1" name="Title 1">
            <a:extLst>
              <a:ext uri="{FF2B5EF4-FFF2-40B4-BE49-F238E27FC236}">
                <a16:creationId xmlns:a16="http://schemas.microsoft.com/office/drawing/2014/main" id="{52DD956C-BC83-8F97-6FF5-5A11028FEFEA}"/>
              </a:ext>
            </a:extLst>
          </p:cNvPr>
          <p:cNvSpPr>
            <a:spLocks noGrp="1"/>
          </p:cNvSpPr>
          <p:nvPr>
            <p:ph type="title" hasCustomPrompt="1"/>
          </p:nvPr>
        </p:nvSpPr>
        <p:spPr>
          <a:xfrm>
            <a:off x="813816" y="621792"/>
            <a:ext cx="8180412"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A612ED1-3CD3-8532-2C92-777F6D005F10}"/>
              </a:ext>
            </a:extLst>
          </p:cNvPr>
          <p:cNvSpPr>
            <a:spLocks noGrp="1"/>
          </p:cNvSpPr>
          <p:nvPr>
            <p:ph sz="quarter" idx="26" hasCustomPrompt="1"/>
          </p:nvPr>
        </p:nvSpPr>
        <p:spPr>
          <a:xfrm>
            <a:off x="8138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56A4BCE7-3651-7CA3-1353-9B2526D267AF}"/>
              </a:ext>
            </a:extLst>
          </p:cNvPr>
          <p:cNvSpPr>
            <a:spLocks noGrp="1"/>
          </p:cNvSpPr>
          <p:nvPr>
            <p:ph sz="quarter" idx="27" hasCustomPrompt="1"/>
          </p:nvPr>
        </p:nvSpPr>
        <p:spPr>
          <a:xfrm>
            <a:off x="64217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77688650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3"/>
        </a:solidFill>
        <a:effectLst/>
      </p:bgPr>
    </p:bg>
    <p:spTree>
      <p:nvGrpSpPr>
        <p:cNvPr id="1" name=""/>
        <p:cNvGrpSpPr/>
        <p:nvPr/>
      </p:nvGrpSpPr>
      <p:grpSpPr>
        <a:xfrm>
          <a:off x="0" y="0"/>
          <a:ext cx="0" cy="0"/>
          <a:chOff x="0" y="0"/>
          <a:chExt cx="0" cy="0"/>
        </a:xfrm>
      </p:grpSpPr>
      <p:pic>
        <p:nvPicPr>
          <p:cNvPr id="4" name="Object 1">
            <a:extLst>
              <a:ext uri="{FF2B5EF4-FFF2-40B4-BE49-F238E27FC236}">
                <a16:creationId xmlns:a16="http://schemas.microsoft.com/office/drawing/2014/main" id="{83F8143D-16B1-4CE2-1910-9E507492215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rot="10800000">
            <a:off x="1084203" y="4586286"/>
            <a:ext cx="1574573" cy="2271713"/>
          </a:xfrm>
          <a:prstGeom prst="rect">
            <a:avLst/>
          </a:prstGeom>
        </p:spPr>
      </p:pic>
      <p:sp>
        <p:nvSpPr>
          <p:cNvPr id="10" name="Oval 9">
            <a:extLst>
              <a:ext uri="{FF2B5EF4-FFF2-40B4-BE49-F238E27FC236}">
                <a16:creationId xmlns:a16="http://schemas.microsoft.com/office/drawing/2014/main" id="{F6BE63D1-6CC6-AD50-D587-0514090FB382}"/>
              </a:ext>
              <a:ext uri="{C183D7F6-B498-43B3-948B-1728B52AA6E4}">
                <adec:decorative xmlns:adec="http://schemas.microsoft.com/office/drawing/2017/decorative" val="1"/>
              </a:ext>
            </a:extLst>
          </p:cNvPr>
          <p:cNvSpPr/>
          <p:nvPr userDrawn="1"/>
        </p:nvSpPr>
        <p:spPr>
          <a:xfrm rot="10800000">
            <a:off x="813816" y="2184400"/>
            <a:ext cx="2115351" cy="21153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3816" y="605155"/>
            <a:ext cx="10571734" cy="1160145"/>
          </a:xfrm>
        </p:spPr>
        <p:txBody>
          <a:bodyPr lIns="0" tIns="0" rIns="0" bIns="0">
            <a:noAutofit/>
          </a:bodyPr>
          <a:lstStyle/>
          <a:p>
            <a:r>
              <a:rPr lang="en-US" dirty="0"/>
              <a:t>Click to add title</a:t>
            </a:r>
          </a:p>
        </p:txBody>
      </p:sp>
      <p:sp>
        <p:nvSpPr>
          <p:cNvPr id="5" name="Content Placeholder 2">
            <a:extLst>
              <a:ext uri="{FF2B5EF4-FFF2-40B4-BE49-F238E27FC236}">
                <a16:creationId xmlns:a16="http://schemas.microsoft.com/office/drawing/2014/main" id="{82DE6614-889D-2DB5-4C2F-DCBD22BA3B22}"/>
              </a:ext>
            </a:extLst>
          </p:cNvPr>
          <p:cNvSpPr>
            <a:spLocks noGrp="1"/>
          </p:cNvSpPr>
          <p:nvPr>
            <p:ph sz="quarter" idx="27" hasCustomPrompt="1"/>
          </p:nvPr>
        </p:nvSpPr>
        <p:spPr>
          <a:xfrm>
            <a:off x="3835400" y="2185127"/>
            <a:ext cx="2736849" cy="4067717"/>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051560" indent="-228600">
              <a:buFont typeface="+mj-lt"/>
              <a:buAutoNum type="alphaLcParenR"/>
              <a:defRPr sz="1800"/>
            </a:lvl4pPr>
            <a:lvl5pPr marL="1417320" indent="-2286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B7B2B871-B646-8E1E-CD57-2224B2D4E590}"/>
              </a:ext>
            </a:extLst>
          </p:cNvPr>
          <p:cNvSpPr>
            <a:spLocks noGrp="1"/>
          </p:cNvSpPr>
          <p:nvPr>
            <p:ph sz="quarter" idx="28" hasCustomPrompt="1"/>
          </p:nvPr>
        </p:nvSpPr>
        <p:spPr>
          <a:xfrm>
            <a:off x="7221564" y="2184400"/>
            <a:ext cx="4156619" cy="4046290"/>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627698952"/>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
    <p:bg>
      <p:bgPr>
        <a:solidFill>
          <a:schemeClr val="accent3"/>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8C74DBB-978B-8EA5-44E6-3AF3F58B700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5028" b="78285"/>
          <a:stretch/>
        </p:blipFill>
        <p:spPr>
          <a:xfrm>
            <a:off x="0" y="5368807"/>
            <a:ext cx="3769950" cy="1489194"/>
          </a:xfrm>
          <a:custGeom>
            <a:avLst/>
            <a:gdLst>
              <a:gd name="connsiteX0" fmla="*/ 0 w 3769950"/>
              <a:gd name="connsiteY0" fmla="*/ 0 h 2245753"/>
              <a:gd name="connsiteX1" fmla="*/ 3769950 w 3769950"/>
              <a:gd name="connsiteY1" fmla="*/ 0 h 2245753"/>
              <a:gd name="connsiteX2" fmla="*/ 3769950 w 3769950"/>
              <a:gd name="connsiteY2" fmla="*/ 2245753 h 2245753"/>
              <a:gd name="connsiteX3" fmla="*/ 0 w 3769950"/>
              <a:gd name="connsiteY3" fmla="*/ 2245753 h 2245753"/>
            </a:gdLst>
            <a:ahLst/>
            <a:cxnLst>
              <a:cxn ang="0">
                <a:pos x="connsiteX0" y="connsiteY0"/>
              </a:cxn>
              <a:cxn ang="0">
                <a:pos x="connsiteX1" y="connsiteY1"/>
              </a:cxn>
              <a:cxn ang="0">
                <a:pos x="connsiteX2" y="connsiteY2"/>
              </a:cxn>
              <a:cxn ang="0">
                <a:pos x="connsiteX3" y="connsiteY3"/>
              </a:cxn>
            </a:cxnLst>
            <a:rect l="l" t="t" r="r" b="b"/>
            <a:pathLst>
              <a:path w="3769950" h="2245753">
                <a:moveTo>
                  <a:pt x="0" y="0"/>
                </a:moveTo>
                <a:lnTo>
                  <a:pt x="3769950" y="0"/>
                </a:lnTo>
                <a:lnTo>
                  <a:pt x="3769950" y="2245753"/>
                </a:lnTo>
                <a:lnTo>
                  <a:pt x="0" y="2245753"/>
                </a:lnTo>
                <a:close/>
              </a:path>
            </a:pathLst>
          </a:custGeom>
        </p:spPr>
      </p:pic>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55513" b="14154"/>
          <a:stretch>
            <a:fillRect/>
          </a:stretch>
        </p:blipFill>
        <p:spPr>
          <a:xfrm>
            <a:off x="9141088" y="970666"/>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hasCustomPrompt="1"/>
          </p:nvPr>
        </p:nvSpPr>
        <p:spPr>
          <a:xfrm>
            <a:off x="811184" y="621973"/>
            <a:ext cx="6275416" cy="1828800"/>
          </a:xfrm>
        </p:spPr>
        <p:txBody>
          <a:bodyPr lIns="0" tIns="0" rIns="0" bIns="0">
            <a:noAutofit/>
          </a:bodyPr>
          <a:lstStyle/>
          <a:p>
            <a:r>
              <a:rPr lang="en-US" dirty="0"/>
              <a:t>Click to add title</a:t>
            </a:r>
          </a:p>
        </p:txBody>
      </p:sp>
      <p:sp>
        <p:nvSpPr>
          <p:cNvPr id="5" name="Oval 4">
            <a:extLst>
              <a:ext uri="{FF2B5EF4-FFF2-40B4-BE49-F238E27FC236}">
                <a16:creationId xmlns:a16="http://schemas.microsoft.com/office/drawing/2014/main" id="{CFE945C7-CAAC-C9B4-0B56-EC62E53C8DB6}"/>
              </a:ext>
              <a:ext uri="{C183D7F6-B498-43B3-948B-1728B52AA6E4}">
                <adec:decorative xmlns:adec="http://schemas.microsoft.com/office/drawing/2017/decorative" val="1"/>
              </a:ext>
            </a:extLst>
          </p:cNvPr>
          <p:cNvSpPr/>
          <p:nvPr userDrawn="1"/>
        </p:nvSpPr>
        <p:spPr>
          <a:xfrm>
            <a:off x="8282467" y="5439854"/>
            <a:ext cx="1096391" cy="109639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4">
            <a:extLst>
              <a:ext uri="{FF2B5EF4-FFF2-40B4-BE49-F238E27FC236}">
                <a16:creationId xmlns:a16="http://schemas.microsoft.com/office/drawing/2014/main" id="{E58C5299-758C-70DA-D929-E0BC719E9A78}"/>
              </a:ext>
              <a:ext uri="{C183D7F6-B498-43B3-948B-1728B52AA6E4}">
                <adec:decorative xmlns:adec="http://schemas.microsoft.com/office/drawing/2017/decorative" val="1"/>
              </a:ext>
            </a:extLst>
          </p:cNvPr>
          <p:cNvSpPr/>
          <p:nvPr userDrawn="1"/>
        </p:nvSpPr>
        <p:spPr>
          <a:xfrm>
            <a:off x="9616629" y="3758740"/>
            <a:ext cx="2130921" cy="2130921"/>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rgbClr val="D5DE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Content Placeholder 5">
            <a:extLst>
              <a:ext uri="{FF2B5EF4-FFF2-40B4-BE49-F238E27FC236}">
                <a16:creationId xmlns:a16="http://schemas.microsoft.com/office/drawing/2014/main" id="{F7A4C6AC-F9E8-412E-2D6B-9FDD07ADDE72}"/>
              </a:ext>
            </a:extLst>
          </p:cNvPr>
          <p:cNvSpPr>
            <a:spLocks noGrp="1"/>
          </p:cNvSpPr>
          <p:nvPr>
            <p:ph sz="quarter" idx="18" hasCustomPrompt="1"/>
          </p:nvPr>
        </p:nvSpPr>
        <p:spPr>
          <a:xfrm>
            <a:off x="810330" y="2771566"/>
            <a:ext cx="6275387" cy="3271324"/>
          </a:xfrm>
        </p:spPr>
        <p:txBody>
          <a:bodyPr lIns="0"/>
          <a:lstStyle>
            <a:lvl1pPr marL="0" indent="0">
              <a:buNone/>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Picture Placeholder 31">
            <a:extLst>
              <a:ext uri="{FF2B5EF4-FFF2-40B4-BE49-F238E27FC236}">
                <a16:creationId xmlns:a16="http://schemas.microsoft.com/office/drawing/2014/main" id="{C0463C33-FF99-2443-BE5D-682AC8CB8B70}"/>
              </a:ext>
            </a:extLst>
          </p:cNvPr>
          <p:cNvSpPr>
            <a:spLocks noGrp="1"/>
          </p:cNvSpPr>
          <p:nvPr>
            <p:ph type="pic" sz="quarter" idx="17"/>
          </p:nvPr>
        </p:nvSpPr>
        <p:spPr>
          <a:xfrm>
            <a:off x="7709054" y="459137"/>
            <a:ext cx="4126800" cy="4126800"/>
          </a:xfrm>
          <a:custGeom>
            <a:avLst/>
            <a:gdLst>
              <a:gd name="connsiteX0" fmla="*/ 2063400 w 4126800"/>
              <a:gd name="connsiteY0" fmla="*/ 0 h 4126800"/>
              <a:gd name="connsiteX1" fmla="*/ 4126800 w 4126800"/>
              <a:gd name="connsiteY1" fmla="*/ 2063400 h 4126800"/>
              <a:gd name="connsiteX2" fmla="*/ 2063400 w 4126800"/>
              <a:gd name="connsiteY2" fmla="*/ 4126800 h 4126800"/>
              <a:gd name="connsiteX3" fmla="*/ 0 w 4126800"/>
              <a:gd name="connsiteY3" fmla="*/ 2063400 h 4126800"/>
              <a:gd name="connsiteX4" fmla="*/ 2063400 w 4126800"/>
              <a:gd name="connsiteY4" fmla="*/ 0 h 412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6800" h="4126800">
                <a:moveTo>
                  <a:pt x="2063400" y="0"/>
                </a:moveTo>
                <a:cubicBezTo>
                  <a:pt x="3202984" y="0"/>
                  <a:pt x="4126800" y="923816"/>
                  <a:pt x="4126800" y="2063400"/>
                </a:cubicBezTo>
                <a:cubicBezTo>
                  <a:pt x="4126800" y="3202984"/>
                  <a:pt x="3202984" y="4126800"/>
                  <a:pt x="2063400" y="4126800"/>
                </a:cubicBezTo>
                <a:cubicBezTo>
                  <a:pt x="923816" y="4126800"/>
                  <a:pt x="0" y="3202984"/>
                  <a:pt x="0" y="2063400"/>
                </a:cubicBezTo>
                <a:cubicBezTo>
                  <a:pt x="0" y="923816"/>
                  <a:pt x="923816" y="0"/>
                  <a:pt x="2063400" y="0"/>
                </a:cubicBezTo>
                <a:close/>
              </a:path>
            </a:pathLst>
          </a:custGeom>
        </p:spPr>
        <p:txBody>
          <a:bodyPr wrap="square" tIns="731520">
            <a:noAutofit/>
          </a:bodyPr>
          <a:lstStyle>
            <a:lvl1pPr marL="0" indent="0" algn="ctr">
              <a:buNone/>
              <a:defRPr sz="1600"/>
            </a:lvl1pPr>
          </a:lstStyle>
          <a:p>
            <a:r>
              <a:rPr lang="en-US"/>
              <a:t>Click icon to add picture</a:t>
            </a:r>
            <a:endParaRPr lang="en-US" dirty="0"/>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7180679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accent3"/>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D978EB2-1AE7-BB87-954B-F3DBF5080553}"/>
              </a:ext>
            </a:extLst>
          </p:cNvPr>
          <p:cNvSpPr>
            <a:spLocks noGrp="1"/>
          </p:cNvSpPr>
          <p:nvPr>
            <p:ph type="title" hasCustomPrompt="1"/>
          </p:nvPr>
        </p:nvSpPr>
        <p:spPr>
          <a:xfrm>
            <a:off x="811184" y="621973"/>
            <a:ext cx="10569634" cy="1801793"/>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1406BDC3-2B84-117A-BF71-A331C1DD6BCB}"/>
              </a:ext>
            </a:extLst>
          </p:cNvPr>
          <p:cNvSpPr>
            <a:spLocks noGrp="1"/>
          </p:cNvSpPr>
          <p:nvPr>
            <p:ph sz="quarter" idx="26" hasCustomPrompt="1"/>
          </p:nvPr>
        </p:nvSpPr>
        <p:spPr>
          <a:xfrm>
            <a:off x="811183" y="2796209"/>
            <a:ext cx="3657598" cy="3147392"/>
          </a:xfrm>
        </p:spPr>
        <p:txBody>
          <a:bodyPr lIns="0" tIns="0" rIns="0" bIns="0"/>
          <a:lstStyle>
            <a:lvl1pPr marL="285750" indent="-285750">
              <a:buFont typeface="Arial" panose="020B0604020202020204" pitchFamily="34" charset="0"/>
              <a:buChar char="•"/>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able Placeholder 4">
            <a:extLst>
              <a:ext uri="{FF2B5EF4-FFF2-40B4-BE49-F238E27FC236}">
                <a16:creationId xmlns:a16="http://schemas.microsoft.com/office/drawing/2014/main" id="{4D2A92BD-8372-F61F-9551-6FA12079139B}"/>
              </a:ext>
            </a:extLst>
          </p:cNvPr>
          <p:cNvSpPr>
            <a:spLocks noGrp="1"/>
          </p:cNvSpPr>
          <p:nvPr>
            <p:ph type="tbl" sz="quarter" idx="28" hasCustomPrompt="1"/>
          </p:nvPr>
        </p:nvSpPr>
        <p:spPr>
          <a:xfrm>
            <a:off x="4902200" y="2795588"/>
            <a:ext cx="6478617" cy="3148012"/>
          </a:xfrm>
        </p:spPr>
        <p:txBody>
          <a:bodyPr/>
          <a:lstStyle>
            <a:lvl1pPr>
              <a:defRPr/>
            </a:lvl1p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166183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9EF52E1-6F3C-5D9B-32DC-A156BDDE2834}"/>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2647" b="86709"/>
          <a:stretch/>
        </p:blipFill>
        <p:spPr>
          <a:xfrm>
            <a:off x="-1" y="5946505"/>
            <a:ext cx="5304866" cy="911495"/>
          </a:xfrm>
          <a:custGeom>
            <a:avLst/>
            <a:gdLst>
              <a:gd name="connsiteX0" fmla="*/ 0 w 5304866"/>
              <a:gd name="connsiteY0" fmla="*/ 0 h 1912980"/>
              <a:gd name="connsiteX1" fmla="*/ 5304866 w 5304866"/>
              <a:gd name="connsiteY1" fmla="*/ 0 h 1912980"/>
              <a:gd name="connsiteX2" fmla="*/ 5304866 w 5304866"/>
              <a:gd name="connsiteY2" fmla="*/ 1912980 h 1912980"/>
              <a:gd name="connsiteX3" fmla="*/ 5304865 w 5304866"/>
              <a:gd name="connsiteY3" fmla="*/ 1912980 h 1912980"/>
              <a:gd name="connsiteX4" fmla="*/ 0 w 5304866"/>
              <a:gd name="connsiteY4" fmla="*/ 1912980 h 191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4866" h="1912980">
                <a:moveTo>
                  <a:pt x="0" y="0"/>
                </a:moveTo>
                <a:lnTo>
                  <a:pt x="5304866" y="0"/>
                </a:lnTo>
                <a:lnTo>
                  <a:pt x="5304866" y="1912980"/>
                </a:lnTo>
                <a:lnTo>
                  <a:pt x="5304865" y="1912980"/>
                </a:lnTo>
                <a:lnTo>
                  <a:pt x="0" y="1912980"/>
                </a:lnTo>
                <a:close/>
              </a:path>
            </a:pathLst>
          </a:custGeom>
        </p:spPr>
      </p:pic>
      <p:sp>
        <p:nvSpPr>
          <p:cNvPr id="9" name="Freeform 8">
            <a:extLst>
              <a:ext uri="{FF2B5EF4-FFF2-40B4-BE49-F238E27FC236}">
                <a16:creationId xmlns:a16="http://schemas.microsoft.com/office/drawing/2014/main" id="{4510996E-0672-63AB-DCBF-25B251B22899}"/>
              </a:ext>
              <a:ext uri="{C183D7F6-B498-43B3-948B-1728B52AA6E4}">
                <adec:decorative xmlns:adec="http://schemas.microsoft.com/office/drawing/2017/decorative" val="1"/>
              </a:ext>
            </a:extLst>
          </p:cNvPr>
          <p:cNvSpPr/>
          <p:nvPr userDrawn="1"/>
        </p:nvSpPr>
        <p:spPr>
          <a:xfrm>
            <a:off x="10497680" y="0"/>
            <a:ext cx="1694321" cy="2692400"/>
          </a:xfrm>
          <a:custGeom>
            <a:avLst/>
            <a:gdLst>
              <a:gd name="connsiteX0" fmla="*/ 1346200 w 1694321"/>
              <a:gd name="connsiteY0" fmla="*/ 0 h 2692400"/>
              <a:gd name="connsiteX1" fmla="*/ 1617506 w 1694321"/>
              <a:gd name="connsiteY1" fmla="*/ 27350 h 2692400"/>
              <a:gd name="connsiteX2" fmla="*/ 1694321 w 1694321"/>
              <a:gd name="connsiteY2" fmla="*/ 47101 h 2692400"/>
              <a:gd name="connsiteX3" fmla="*/ 1694321 w 1694321"/>
              <a:gd name="connsiteY3" fmla="*/ 528114 h 2692400"/>
              <a:gd name="connsiteX4" fmla="*/ 1692265 w 1694321"/>
              <a:gd name="connsiteY4" fmla="*/ 526998 h 2692400"/>
              <a:gd name="connsiteX5" fmla="*/ 1346199 w 1694321"/>
              <a:gd name="connsiteY5" fmla="*/ 457130 h 2692400"/>
              <a:gd name="connsiteX6" fmla="*/ 457130 w 1694321"/>
              <a:gd name="connsiteY6" fmla="*/ 1346199 h 2692400"/>
              <a:gd name="connsiteX7" fmla="*/ 1346199 w 1694321"/>
              <a:gd name="connsiteY7" fmla="*/ 2235268 h 2692400"/>
              <a:gd name="connsiteX8" fmla="*/ 1692265 w 1694321"/>
              <a:gd name="connsiteY8" fmla="*/ 2165401 h 2692400"/>
              <a:gd name="connsiteX9" fmla="*/ 1694321 w 1694321"/>
              <a:gd name="connsiteY9" fmla="*/ 2164285 h 2692400"/>
              <a:gd name="connsiteX10" fmla="*/ 1694321 w 1694321"/>
              <a:gd name="connsiteY10" fmla="*/ 2645299 h 2692400"/>
              <a:gd name="connsiteX11" fmla="*/ 1617506 w 1694321"/>
              <a:gd name="connsiteY11" fmla="*/ 2665050 h 2692400"/>
              <a:gd name="connsiteX12" fmla="*/ 1346200 w 1694321"/>
              <a:gd name="connsiteY12" fmla="*/ 2692400 h 2692400"/>
              <a:gd name="connsiteX13" fmla="*/ 0 w 1694321"/>
              <a:gd name="connsiteY13" fmla="*/ 1346200 h 2692400"/>
              <a:gd name="connsiteX14" fmla="*/ 1346200 w 1694321"/>
              <a:gd name="connsiteY14" fmla="*/ 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94321" h="2692400">
                <a:moveTo>
                  <a:pt x="1346200" y="0"/>
                </a:moveTo>
                <a:cubicBezTo>
                  <a:pt x="1439136" y="0"/>
                  <a:pt x="1529872" y="9417"/>
                  <a:pt x="1617506" y="27350"/>
                </a:cubicBezTo>
                <a:lnTo>
                  <a:pt x="1694321" y="47101"/>
                </a:lnTo>
                <a:lnTo>
                  <a:pt x="1694321" y="528114"/>
                </a:lnTo>
                <a:lnTo>
                  <a:pt x="1692265" y="526998"/>
                </a:lnTo>
                <a:cubicBezTo>
                  <a:pt x="1585898" y="482008"/>
                  <a:pt x="1468954" y="457130"/>
                  <a:pt x="1346199" y="457130"/>
                </a:cubicBezTo>
                <a:cubicBezTo>
                  <a:pt x="855180" y="457130"/>
                  <a:pt x="457130" y="855180"/>
                  <a:pt x="457130" y="1346199"/>
                </a:cubicBezTo>
                <a:cubicBezTo>
                  <a:pt x="457130" y="1837218"/>
                  <a:pt x="855180" y="2235268"/>
                  <a:pt x="1346199" y="2235268"/>
                </a:cubicBezTo>
                <a:cubicBezTo>
                  <a:pt x="1468954" y="2235268"/>
                  <a:pt x="1585898" y="2210390"/>
                  <a:pt x="1692265" y="2165401"/>
                </a:cubicBezTo>
                <a:lnTo>
                  <a:pt x="1694321" y="2164285"/>
                </a:lnTo>
                <a:lnTo>
                  <a:pt x="1694321" y="2645299"/>
                </a:lnTo>
                <a:lnTo>
                  <a:pt x="1617506" y="2665050"/>
                </a:lnTo>
                <a:cubicBezTo>
                  <a:pt x="1529872" y="2682983"/>
                  <a:pt x="1439136" y="2692400"/>
                  <a:pt x="1346200" y="2692400"/>
                </a:cubicBezTo>
                <a:cubicBezTo>
                  <a:pt x="602714" y="2692400"/>
                  <a:pt x="0" y="2089686"/>
                  <a:pt x="0" y="1346200"/>
                </a:cubicBezTo>
                <a:cubicBezTo>
                  <a:pt x="0" y="602714"/>
                  <a:pt x="602714" y="0"/>
                  <a:pt x="134620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1185"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DE2B4D4-87FA-ACC4-A0FD-E98B07CE9852}"/>
              </a:ext>
            </a:extLst>
          </p:cNvPr>
          <p:cNvSpPr>
            <a:spLocks noGrp="1"/>
          </p:cNvSpPr>
          <p:nvPr>
            <p:ph sz="quarter" idx="26" hasCustomPrompt="1"/>
          </p:nvPr>
        </p:nvSpPr>
        <p:spPr>
          <a:xfrm>
            <a:off x="811185" y="3067050"/>
            <a:ext cx="6400800" cy="3048000"/>
          </a:xfrm>
        </p:spPr>
        <p:txBody>
          <a:bodyPr lIns="0" tIns="0" rIns="0" bIns="0"/>
          <a:lstStyle>
            <a:lvl1pPr marL="0" indent="0">
              <a:buNone/>
              <a:defRPr sz="1800"/>
            </a:lvl1pPr>
            <a:lvl2pPr marL="411480">
              <a:defRPr sz="1800"/>
            </a:lvl2pPr>
            <a:lvl3pPr marL="685800">
              <a:defRPr sz="1800"/>
            </a:lvl3pPr>
            <a:lvl4pPr marL="1051560">
              <a:defRPr sz="1800"/>
            </a:lvl4pPr>
            <a:lvl5pPr marL="141732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4A58F85D-7A7F-3D36-8C6A-6589D66D2AFD}"/>
              </a:ext>
            </a:extLst>
          </p:cNvPr>
          <p:cNvSpPr>
            <a:spLocks noGrp="1"/>
          </p:cNvSpPr>
          <p:nvPr>
            <p:ph sz="quarter" idx="27" hasCustomPrompt="1"/>
          </p:nvPr>
        </p:nvSpPr>
        <p:spPr>
          <a:xfrm>
            <a:off x="7861300" y="3067050"/>
            <a:ext cx="3519515" cy="3048000"/>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165860" indent="-342900">
              <a:buFont typeface="+mj-lt"/>
              <a:buAutoNum type="alphaLcPeriod"/>
              <a:defRPr sz="1800"/>
            </a:lvl4pPr>
            <a:lvl5pPr marL="1531620" indent="-3429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276945332"/>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accent3"/>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8C74DBB-978B-8EA5-44E6-3AF3F58B70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5028" b="67254"/>
          <a:stretch>
            <a:fillRect/>
          </a:stretch>
        </p:blipFill>
        <p:spPr>
          <a:xfrm>
            <a:off x="0" y="4612248"/>
            <a:ext cx="3769950" cy="2245753"/>
          </a:xfrm>
          <a:custGeom>
            <a:avLst/>
            <a:gdLst>
              <a:gd name="connsiteX0" fmla="*/ 0 w 3769950"/>
              <a:gd name="connsiteY0" fmla="*/ 0 h 2245753"/>
              <a:gd name="connsiteX1" fmla="*/ 3769950 w 3769950"/>
              <a:gd name="connsiteY1" fmla="*/ 0 h 2245753"/>
              <a:gd name="connsiteX2" fmla="*/ 3769950 w 3769950"/>
              <a:gd name="connsiteY2" fmla="*/ 2245753 h 2245753"/>
              <a:gd name="connsiteX3" fmla="*/ 0 w 3769950"/>
              <a:gd name="connsiteY3" fmla="*/ 2245753 h 2245753"/>
            </a:gdLst>
            <a:ahLst/>
            <a:cxnLst>
              <a:cxn ang="0">
                <a:pos x="connsiteX0" y="connsiteY0"/>
              </a:cxn>
              <a:cxn ang="0">
                <a:pos x="connsiteX1" y="connsiteY1"/>
              </a:cxn>
              <a:cxn ang="0">
                <a:pos x="connsiteX2" y="connsiteY2"/>
              </a:cxn>
              <a:cxn ang="0">
                <a:pos x="connsiteX3" y="connsiteY3"/>
              </a:cxn>
            </a:cxnLst>
            <a:rect l="l" t="t" r="r" b="b"/>
            <a:pathLst>
              <a:path w="3769950" h="2245753">
                <a:moveTo>
                  <a:pt x="0" y="0"/>
                </a:moveTo>
                <a:lnTo>
                  <a:pt x="3769950" y="0"/>
                </a:lnTo>
                <a:lnTo>
                  <a:pt x="3769950" y="2245753"/>
                </a:lnTo>
                <a:lnTo>
                  <a:pt x="0" y="2245753"/>
                </a:lnTo>
                <a:close/>
              </a:path>
            </a:pathLst>
          </a:custGeom>
        </p:spPr>
      </p:pic>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55513" b="14154"/>
          <a:stretch>
            <a:fillRect/>
          </a:stretch>
        </p:blipFill>
        <p:spPr>
          <a:xfrm>
            <a:off x="9141088" y="970666"/>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p:nvPr>
        </p:nvSpPr>
        <p:spPr>
          <a:xfrm>
            <a:off x="811184" y="621973"/>
            <a:ext cx="7309086" cy="1828800"/>
          </a:xfrm>
        </p:spPr>
        <p:txBody>
          <a:bodyPr lIns="0" tIns="0" rIns="0" bIns="0">
            <a:noAutofit/>
          </a:body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3E0C7AAD-1535-12DC-133E-2253BF501721}"/>
              </a:ext>
            </a:extLst>
          </p:cNvPr>
          <p:cNvSpPr>
            <a:spLocks noGrp="1"/>
          </p:cNvSpPr>
          <p:nvPr>
            <p:ph type="tbl" sz="quarter" idx="12" hasCustomPrompt="1"/>
          </p:nvPr>
        </p:nvSpPr>
        <p:spPr>
          <a:xfrm>
            <a:off x="811183" y="2757488"/>
            <a:ext cx="10548967" cy="3399964"/>
          </a:xfrm>
        </p:spPr>
        <p:txBody>
          <a:body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36974932"/>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accent3"/>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48AC6985-AA41-BCAE-CEDF-E736D973B5FF}"/>
              </a:ext>
            </a:extLst>
          </p:cNvPr>
          <p:cNvSpPr>
            <a:spLocks noGrp="1"/>
          </p:cNvSpPr>
          <p:nvPr>
            <p:ph type="ctrTitle"/>
          </p:nvPr>
        </p:nvSpPr>
        <p:spPr>
          <a:xfrm>
            <a:off x="811184" y="612647"/>
            <a:ext cx="10002589" cy="3657600"/>
          </a:xfrm>
        </p:spPr>
        <p:txBody>
          <a:bodyPr lIns="0" tIns="0" rIns="0" bIns="0" anchor="b">
            <a:noAutofit/>
          </a:bodyPr>
          <a:lstStyle>
            <a:lvl1pPr marL="0" algn="l">
              <a:lnSpc>
                <a:spcPct val="90000"/>
              </a:lnSpc>
              <a:spcBef>
                <a:spcPts val="0"/>
              </a:spcBef>
              <a:spcAft>
                <a:spcPts val="0"/>
              </a:spcAft>
              <a:defRPr sz="7000"/>
            </a:lvl1pPr>
          </a:lstStyle>
          <a:p>
            <a:r>
              <a:rPr lang="en-US"/>
              <a:t>Click to edit Master title style</a:t>
            </a:r>
            <a:endParaRPr lang="en-US" dirty="0"/>
          </a:p>
        </p:txBody>
      </p:sp>
      <p:sp>
        <p:nvSpPr>
          <p:cNvPr id="19" name="Subtitle 2">
            <a:extLst>
              <a:ext uri="{FF2B5EF4-FFF2-40B4-BE49-F238E27FC236}">
                <a16:creationId xmlns:a16="http://schemas.microsoft.com/office/drawing/2014/main" id="{A7B85660-94E4-85D1-95CA-415513A0355F}"/>
              </a:ext>
            </a:extLst>
          </p:cNvPr>
          <p:cNvSpPr>
            <a:spLocks noGrp="1"/>
          </p:cNvSpPr>
          <p:nvPr>
            <p:ph type="subTitle" idx="1" hasCustomPrompt="1"/>
          </p:nvPr>
        </p:nvSpPr>
        <p:spPr>
          <a:xfrm>
            <a:off x="811185" y="4724033"/>
            <a:ext cx="7000972" cy="1709423"/>
          </a:xfrm>
        </p:spPr>
        <p:txBody>
          <a:bodyPr lIns="0" tIns="0" rIns="0" bIns="0">
            <a:noAutofit/>
          </a:bodyPr>
          <a:lstStyle>
            <a:lvl1pPr marL="0" indent="0" algn="l">
              <a:buNone/>
              <a:defRPr sz="2400" b="1" i="0">
                <a:solidFill>
                  <a:schemeClr val="accent4"/>
                </a:solidFill>
                <a:latin typeface="+mj-lt"/>
                <a:cs typeface="Arial Black"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2" name="Group 1">
            <a:extLst>
              <a:ext uri="{FF2B5EF4-FFF2-40B4-BE49-F238E27FC236}">
                <a16:creationId xmlns:a16="http://schemas.microsoft.com/office/drawing/2014/main" id="{1DCAF5C0-1B51-02B5-924D-230575353A0B}"/>
              </a:ext>
              <a:ext uri="{C183D7F6-B498-43B3-948B-1728B52AA6E4}">
                <adec:decorative xmlns:adec="http://schemas.microsoft.com/office/drawing/2017/decorative" val="1"/>
              </a:ext>
            </a:extLst>
          </p:cNvPr>
          <p:cNvGrpSpPr/>
          <p:nvPr userDrawn="1"/>
        </p:nvGrpSpPr>
        <p:grpSpPr>
          <a:xfrm rot="10800000">
            <a:off x="9829617" y="4724034"/>
            <a:ext cx="2133966" cy="2133966"/>
            <a:chOff x="9654699" y="2229295"/>
            <a:chExt cx="2133966" cy="2133966"/>
          </a:xfrm>
        </p:grpSpPr>
        <p:sp>
          <p:nvSpPr>
            <p:cNvPr id="3" name="Freeform 11">
              <a:extLst>
                <a:ext uri="{FF2B5EF4-FFF2-40B4-BE49-F238E27FC236}">
                  <a16:creationId xmlns:a16="http://schemas.microsoft.com/office/drawing/2014/main" id="{41AAE8D5-8E6A-7CBE-9018-DD8F3493D049}"/>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12">
              <a:extLst>
                <a:ext uri="{FF2B5EF4-FFF2-40B4-BE49-F238E27FC236}">
                  <a16:creationId xmlns:a16="http://schemas.microsoft.com/office/drawing/2014/main" id="{C694532E-B147-38A2-55EE-24483385016A}"/>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5" name="Graphic 4">
            <a:extLst>
              <a:ext uri="{FF2B5EF4-FFF2-40B4-BE49-F238E27FC236}">
                <a16:creationId xmlns:a16="http://schemas.microsoft.com/office/drawing/2014/main" id="{114B3BE5-2D39-542C-00BB-A940C568E43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52884" r="34757"/>
          <a:stretch>
            <a:fillRect/>
          </a:stretch>
        </p:blipFill>
        <p:spPr>
          <a:xfrm>
            <a:off x="7717670" y="0"/>
            <a:ext cx="4474331" cy="3231221"/>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Tree>
    <p:extLst>
      <p:ext uri="{BB962C8B-B14F-4D97-AF65-F5344CB8AC3E}">
        <p14:creationId xmlns:p14="http://schemas.microsoft.com/office/powerpoint/2010/main" val="2988813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11185" y="621973"/>
            <a:ext cx="10569630" cy="1068715"/>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11185" y="1825625"/>
            <a:ext cx="1056963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5" r:id="rId3"/>
    <p:sldLayoutId id="2147483683" r:id="rId4"/>
    <p:sldLayoutId id="2147483684" r:id="rId5"/>
    <p:sldLayoutId id="2147483685" r:id="rId6"/>
    <p:sldLayoutId id="2147483671" r:id="rId7"/>
    <p:sldLayoutId id="2147483679" r:id="rId8"/>
    <p:sldLayoutId id="2147483676" r:id="rId9"/>
    <p:sldLayoutId id="2147483669" r:id="rId10"/>
    <p:sldLayoutId id="2147483673" r:id="rId11"/>
    <p:sldLayoutId id="2147483682" r:id="rId12"/>
    <p:sldLayoutId id="2147483656" r:id="rId13"/>
  </p:sldLayoutIdLst>
  <p:hf sldNum="0" hdr="0" ftr="0" dt="0"/>
  <p:txStyles>
    <p:titleStyle>
      <a:lvl1pPr algn="l" defTabSz="914400" rtl="0" eaLnBrk="1" latinLnBrk="0" hangingPunct="1">
        <a:lnSpc>
          <a:spcPct val="90000"/>
        </a:lnSpc>
        <a:spcBef>
          <a:spcPct val="0"/>
        </a:spcBef>
        <a:buNone/>
        <a:defRPr sz="4000" b="1" i="0" kern="1200" spc="100" baseline="0">
          <a:solidFill>
            <a:schemeClr val="bg1"/>
          </a:solidFill>
          <a:latin typeface="+mj-lt"/>
          <a:ea typeface="+mj-ea"/>
          <a:cs typeface="Arial Black"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15D2-7F57-AF2A-38D7-558098789073}"/>
              </a:ext>
            </a:extLst>
          </p:cNvPr>
          <p:cNvSpPr>
            <a:spLocks noGrp="1"/>
          </p:cNvSpPr>
          <p:nvPr>
            <p:ph type="ctrTitle"/>
          </p:nvPr>
        </p:nvSpPr>
        <p:spPr>
          <a:xfrm>
            <a:off x="811185" y="629469"/>
            <a:ext cx="8961120" cy="5599062"/>
          </a:xfrm>
        </p:spPr>
        <p:txBody>
          <a:bodyPr/>
          <a:lstStyle/>
          <a:p>
            <a:r>
              <a:rPr lang="en-US" dirty="0"/>
              <a:t>About</a:t>
            </a:r>
            <a:br>
              <a:rPr lang="en-US" dirty="0"/>
            </a:br>
            <a:r>
              <a:rPr lang="en-US" dirty="0"/>
              <a:t>       Paging </a:t>
            </a:r>
            <a:br>
              <a:rPr lang="en-US" dirty="0"/>
            </a:br>
            <a:r>
              <a:rPr lang="en-US" dirty="0"/>
              <a:t>    In OS</a:t>
            </a:r>
          </a:p>
        </p:txBody>
      </p:sp>
    </p:spTree>
    <p:extLst>
      <p:ext uri="{BB962C8B-B14F-4D97-AF65-F5344CB8AC3E}">
        <p14:creationId xmlns:p14="http://schemas.microsoft.com/office/powerpoint/2010/main" val="3421401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ABBA-2E6D-E7DD-AC67-58D1FCB3F346}"/>
              </a:ext>
            </a:extLst>
          </p:cNvPr>
          <p:cNvSpPr>
            <a:spLocks noGrp="1"/>
          </p:cNvSpPr>
          <p:nvPr>
            <p:ph type="title"/>
          </p:nvPr>
        </p:nvSpPr>
        <p:spPr>
          <a:xfrm>
            <a:off x="618145" y="1983413"/>
            <a:ext cx="6400800" cy="597227"/>
          </a:xfrm>
        </p:spPr>
        <p:txBody>
          <a:bodyPr/>
          <a:lstStyle/>
          <a:p>
            <a:r>
              <a:rPr lang="en-US" dirty="0"/>
              <a:t>What is Paging in OS?</a:t>
            </a:r>
          </a:p>
        </p:txBody>
      </p:sp>
      <p:sp>
        <p:nvSpPr>
          <p:cNvPr id="5" name="Text Placeholder 4">
            <a:extLst>
              <a:ext uri="{FF2B5EF4-FFF2-40B4-BE49-F238E27FC236}">
                <a16:creationId xmlns:a16="http://schemas.microsoft.com/office/drawing/2014/main" id="{59401105-5841-28D0-D6C0-3E1A46648BFE}"/>
              </a:ext>
            </a:extLst>
          </p:cNvPr>
          <p:cNvSpPr>
            <a:spLocks noGrp="1"/>
          </p:cNvSpPr>
          <p:nvPr>
            <p:ph sz="quarter" idx="14"/>
          </p:nvPr>
        </p:nvSpPr>
        <p:spPr>
          <a:xfrm>
            <a:off x="304800" y="3304213"/>
            <a:ext cx="7863839" cy="2354907"/>
          </a:xfrm>
        </p:spPr>
        <p:txBody>
          <a:bodyPr/>
          <a:lstStyle/>
          <a:p>
            <a:r>
              <a:rPr lang="en-US" dirty="0"/>
              <a:t>Paging is a memory management technique used by operating systems to handle virtual memory. It allows processes to use more memory than is physically available by treating both RAM (physical memory) and disk storage as a unified address space.</a:t>
            </a:r>
          </a:p>
          <a:p>
            <a:endParaRPr lang="en-US" dirty="0"/>
          </a:p>
        </p:txBody>
      </p:sp>
    </p:spTree>
    <p:extLst>
      <p:ext uri="{BB962C8B-B14F-4D97-AF65-F5344CB8AC3E}">
        <p14:creationId xmlns:p14="http://schemas.microsoft.com/office/powerpoint/2010/main" val="4294866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516545" y="436880"/>
            <a:ext cx="7599718" cy="1275606"/>
          </a:xfrm>
        </p:spPr>
        <p:txBody>
          <a:bodyPr anchor="ctr"/>
          <a:lstStyle/>
          <a:p>
            <a:r>
              <a:rPr lang="en-US" dirty="0"/>
              <a:t>Key Terminology</a:t>
            </a:r>
          </a:p>
        </p:txBody>
      </p:sp>
      <p:sp>
        <p:nvSpPr>
          <p:cNvPr id="5" name="Text Placeholder 4">
            <a:extLst>
              <a:ext uri="{FF2B5EF4-FFF2-40B4-BE49-F238E27FC236}">
                <a16:creationId xmlns:a16="http://schemas.microsoft.com/office/drawing/2014/main" id="{11100778-D304-E602-2E80-6EDBC751C86B}"/>
              </a:ext>
            </a:extLst>
          </p:cNvPr>
          <p:cNvSpPr>
            <a:spLocks noGrp="1"/>
          </p:cNvSpPr>
          <p:nvPr>
            <p:ph type="body" sz="quarter" idx="14"/>
          </p:nvPr>
        </p:nvSpPr>
        <p:spPr>
          <a:xfrm>
            <a:off x="365760" y="1503680"/>
            <a:ext cx="8045143" cy="5151120"/>
          </a:xfrm>
        </p:spPr>
        <p:txBody>
          <a:bodyPr/>
          <a:lstStyle/>
          <a:p>
            <a:r>
              <a:rPr lang="en-US" dirty="0"/>
              <a:t>Pages: Fixed-size blocks of logical memory (used by the CPU/Process).</a:t>
            </a:r>
          </a:p>
          <a:p>
            <a:endParaRPr lang="en-US" dirty="0"/>
          </a:p>
          <a:p>
            <a:r>
              <a:rPr lang="en-US" dirty="0"/>
              <a:t>Frames: Fixed-size blocks of physical memory (RAM).</a:t>
            </a:r>
          </a:p>
          <a:p>
            <a:endParaRPr lang="en-US" dirty="0"/>
          </a:p>
          <a:p>
            <a:endParaRPr lang="en-US" dirty="0"/>
          </a:p>
          <a:p>
            <a:r>
              <a:rPr lang="en-US" dirty="0"/>
              <a:t>Crucial Rule: The size of a page must always be equal to the size of a frame (typically powers of 2, e.g., 4 KB).</a:t>
            </a:r>
          </a:p>
        </p:txBody>
      </p:sp>
    </p:spTree>
    <p:extLst>
      <p:ext uri="{BB962C8B-B14F-4D97-AF65-F5344CB8AC3E}">
        <p14:creationId xmlns:p14="http://schemas.microsoft.com/office/powerpoint/2010/main" val="1198221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14C9A86D-8FD1-86B6-70A3-284781C18549}"/>
              </a:ext>
            </a:extLst>
          </p:cNvPr>
          <p:cNvSpPr>
            <a:spLocks noGrp="1"/>
          </p:cNvSpPr>
          <p:nvPr>
            <p:ph type="ctrTitle"/>
          </p:nvPr>
        </p:nvSpPr>
        <p:spPr>
          <a:xfrm>
            <a:off x="811184" y="612647"/>
            <a:ext cx="10002589" cy="1012953"/>
          </a:xfrm>
        </p:spPr>
        <p:txBody>
          <a:bodyPr/>
          <a:lstStyle/>
          <a:p>
            <a:r>
              <a:rPr lang="en-US" dirty="0"/>
              <a:t>Pages and Frames:</a:t>
            </a:r>
          </a:p>
        </p:txBody>
      </p:sp>
      <p:sp>
        <p:nvSpPr>
          <p:cNvPr id="13" name="Subtitle 12">
            <a:extLst>
              <a:ext uri="{FF2B5EF4-FFF2-40B4-BE49-F238E27FC236}">
                <a16:creationId xmlns:a16="http://schemas.microsoft.com/office/drawing/2014/main" id="{F53631F0-9560-1FD7-99D6-2509A697C149}"/>
              </a:ext>
            </a:extLst>
          </p:cNvPr>
          <p:cNvSpPr>
            <a:spLocks noGrp="1"/>
          </p:cNvSpPr>
          <p:nvPr>
            <p:ph type="subTitle" idx="1"/>
          </p:nvPr>
        </p:nvSpPr>
        <p:spPr>
          <a:xfrm>
            <a:off x="811184" y="2032001"/>
            <a:ext cx="8911936" cy="2814319"/>
          </a:xfrm>
        </p:spPr>
        <p:txBody>
          <a:bodyPr/>
          <a:lstStyle/>
          <a:p>
            <a:r>
              <a:rPr lang="en-US" dirty="0"/>
              <a:t>Memory divides into fixed-size blocks called pages (in virtual memory) and page frames (in physical memory).</a:t>
            </a:r>
          </a:p>
          <a:p>
            <a:endParaRPr lang="en-US" dirty="0"/>
          </a:p>
          <a:p>
            <a:r>
              <a:rPr lang="en-US" dirty="0"/>
              <a:t>Page sizes are typically powers of 2, like 4 KB, 2 MB, or 4 MB, for efficient addressing.</a:t>
            </a:r>
          </a:p>
        </p:txBody>
      </p:sp>
    </p:spTree>
    <p:extLst>
      <p:ext uri="{BB962C8B-B14F-4D97-AF65-F5344CB8AC3E}">
        <p14:creationId xmlns:p14="http://schemas.microsoft.com/office/powerpoint/2010/main" val="4167072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28E5B-47A0-EF94-A53D-6FDB74C9D848}"/>
              </a:ext>
            </a:extLst>
          </p:cNvPr>
          <p:cNvSpPr>
            <a:spLocks noGrp="1"/>
          </p:cNvSpPr>
          <p:nvPr>
            <p:ph type="title"/>
          </p:nvPr>
        </p:nvSpPr>
        <p:spPr>
          <a:xfrm>
            <a:off x="499214" y="262104"/>
            <a:ext cx="7599718" cy="1771092"/>
          </a:xfrm>
        </p:spPr>
        <p:txBody>
          <a:bodyPr anchor="b">
            <a:normAutofit fontScale="90000"/>
          </a:bodyPr>
          <a:lstStyle/>
          <a:p>
            <a:r>
              <a:rPr lang="en-US" dirty="0"/>
              <a:t>Address Translation Mechanism</a:t>
            </a:r>
          </a:p>
        </p:txBody>
      </p:sp>
      <p:sp>
        <p:nvSpPr>
          <p:cNvPr id="7" name="Text Placeholder 2">
            <a:extLst>
              <a:ext uri="{FF2B5EF4-FFF2-40B4-BE49-F238E27FC236}">
                <a16:creationId xmlns:a16="http://schemas.microsoft.com/office/drawing/2014/main" id="{935AC0ED-5220-6501-092A-8BD5ABFF273E}"/>
              </a:ext>
            </a:extLst>
          </p:cNvPr>
          <p:cNvSpPr>
            <a:spLocks noGrp="1"/>
          </p:cNvSpPr>
          <p:nvPr>
            <p:ph type="body" sz="quarter" idx="14"/>
          </p:nvPr>
        </p:nvSpPr>
        <p:spPr>
          <a:xfrm>
            <a:off x="279698" y="2130014"/>
            <a:ext cx="8853543" cy="4335332"/>
          </a:xfrm>
        </p:spPr>
        <p:txBody>
          <a:bodyPr/>
          <a:lstStyle/>
          <a:p>
            <a:r>
              <a:rPr lang="en-US" dirty="0"/>
              <a:t>The CPU generates a logical address, which must be converted into a physical address using a Page Table.</a:t>
            </a:r>
          </a:p>
          <a:p>
            <a:endParaRPr lang="en-US" dirty="0"/>
          </a:p>
          <a:p>
            <a:r>
              <a:rPr lang="en-US" dirty="0"/>
              <a:t>A logical address consists of two parts:</a:t>
            </a:r>
          </a:p>
          <a:p>
            <a:r>
              <a:rPr lang="en-US" dirty="0"/>
              <a:t>1.Page num: used as an index to page table</a:t>
            </a:r>
          </a:p>
          <a:p>
            <a:r>
              <a:rPr lang="en-US" dirty="0"/>
              <a:t>2.Page offset: Combined with base address to define</a:t>
            </a:r>
          </a:p>
          <a:p>
            <a:r>
              <a:rPr lang="en-US" dirty="0"/>
              <a:t>The physical address.</a:t>
            </a:r>
          </a:p>
        </p:txBody>
      </p:sp>
    </p:spTree>
    <p:extLst>
      <p:ext uri="{BB962C8B-B14F-4D97-AF65-F5344CB8AC3E}">
        <p14:creationId xmlns:p14="http://schemas.microsoft.com/office/powerpoint/2010/main" val="465836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9B1ED-4D78-65EC-0579-DA9E41D7C42C}"/>
              </a:ext>
            </a:extLst>
          </p:cNvPr>
          <p:cNvSpPr>
            <a:spLocks noGrp="1"/>
          </p:cNvSpPr>
          <p:nvPr>
            <p:ph type="title"/>
          </p:nvPr>
        </p:nvSpPr>
        <p:spPr>
          <a:xfrm>
            <a:off x="692851" y="376518"/>
            <a:ext cx="6400800" cy="919407"/>
          </a:xfrm>
        </p:spPr>
        <p:txBody>
          <a:bodyPr anchor="b"/>
          <a:lstStyle/>
          <a:p>
            <a:r>
              <a:rPr lang="en-US" dirty="0"/>
              <a:t>The Page Table</a:t>
            </a:r>
          </a:p>
        </p:txBody>
      </p:sp>
      <p:sp>
        <p:nvSpPr>
          <p:cNvPr id="7" name="Content Placeholder 6">
            <a:extLst>
              <a:ext uri="{FF2B5EF4-FFF2-40B4-BE49-F238E27FC236}">
                <a16:creationId xmlns:a16="http://schemas.microsoft.com/office/drawing/2014/main" id="{051EAA32-913D-25AC-CC36-C39DAE7FE639}"/>
              </a:ext>
            </a:extLst>
          </p:cNvPr>
          <p:cNvSpPr>
            <a:spLocks noGrp="1"/>
          </p:cNvSpPr>
          <p:nvPr>
            <p:ph type="body" sz="quarter" idx="13"/>
          </p:nvPr>
        </p:nvSpPr>
        <p:spPr>
          <a:xfrm>
            <a:off x="182880" y="1516828"/>
            <a:ext cx="7810051" cy="4414947"/>
          </a:xfrm>
        </p:spPr>
        <p:txBody>
          <a:bodyPr/>
          <a:lstStyle/>
          <a:p>
            <a:r>
              <a:rPr lang="en-US" dirty="0"/>
              <a:t>Function: Acts as a map or data structure that stores the base address of each frame in physical memory.</a:t>
            </a:r>
          </a:p>
          <a:p>
            <a:endParaRPr lang="en-US" dirty="0"/>
          </a:p>
          <a:p>
            <a:endParaRPr lang="en-US" dirty="0"/>
          </a:p>
          <a:p>
            <a:r>
              <a:rPr lang="en-US" dirty="0"/>
              <a:t>Storage: Since page tables can be large, they are stored in main memory.</a:t>
            </a:r>
          </a:p>
          <a:p>
            <a:endParaRPr lang="en-US" dirty="0"/>
          </a:p>
        </p:txBody>
      </p:sp>
    </p:spTree>
    <p:extLst>
      <p:ext uri="{BB962C8B-B14F-4D97-AF65-F5344CB8AC3E}">
        <p14:creationId xmlns:p14="http://schemas.microsoft.com/office/powerpoint/2010/main" val="866310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Placeholder 10">
            <a:extLst>
              <a:ext uri="{FF2B5EF4-FFF2-40B4-BE49-F238E27FC236}">
                <a16:creationId xmlns:a16="http://schemas.microsoft.com/office/drawing/2014/main" id="{F28EF577-4618-7E4F-BBB1-ABBC9DB865CF}"/>
              </a:ext>
            </a:extLst>
          </p:cNvPr>
          <p:cNvGraphicFramePr>
            <a:graphicFrameLocks noGrp="1"/>
          </p:cNvGraphicFramePr>
          <p:nvPr>
            <p:ph type="tbl" sz="quarter" idx="12"/>
            <p:extLst>
              <p:ext uri="{D42A27DB-BD31-4B8C-83A1-F6EECF244321}">
                <p14:modId xmlns:p14="http://schemas.microsoft.com/office/powerpoint/2010/main" val="3177991847"/>
              </p:ext>
            </p:extLst>
          </p:nvPr>
        </p:nvGraphicFramePr>
        <p:xfrm>
          <a:off x="811213" y="828339"/>
          <a:ext cx="10548936" cy="3292494"/>
        </p:xfrm>
        <a:graphic>
          <a:graphicData uri="http://schemas.openxmlformats.org/drawingml/2006/table">
            <a:tbl>
              <a:tblPr/>
              <a:tblGrid>
                <a:gridCol w="5266858">
                  <a:extLst>
                    <a:ext uri="{9D8B030D-6E8A-4147-A177-3AD203B41FA5}">
                      <a16:colId xmlns:a16="http://schemas.microsoft.com/office/drawing/2014/main" val="354325503"/>
                    </a:ext>
                  </a:extLst>
                </a:gridCol>
                <a:gridCol w="5282078">
                  <a:extLst>
                    <a:ext uri="{9D8B030D-6E8A-4147-A177-3AD203B41FA5}">
                      <a16:colId xmlns:a16="http://schemas.microsoft.com/office/drawing/2014/main" val="513321552"/>
                    </a:ext>
                  </a:extLst>
                </a:gridCol>
              </a:tblGrid>
              <a:tr h="701617">
                <a:tc>
                  <a:txBody>
                    <a:bodyPr/>
                    <a:lstStyle/>
                    <a:p>
                      <a:pPr rtl="0">
                        <a:buNone/>
                      </a:pPr>
                      <a:r>
                        <a:rPr lang="en-US" sz="1800" b="1">
                          <a:solidFill>
                            <a:srgbClr val="1F1F1F"/>
                          </a:solidFill>
                          <a:effectLst/>
                          <a:latin typeface="Google Sans Text"/>
                        </a:rPr>
                        <a:t>Advantages</a:t>
                      </a:r>
                      <a:endParaRPr lang="en-US" sz="1800">
                        <a:solidFill>
                          <a:srgbClr val="1F1F1F"/>
                        </a:solidFill>
                        <a:effectLst/>
                        <a:latin typeface="Google Sans Text"/>
                      </a:endParaRPr>
                    </a:p>
                  </a:txBody>
                  <a:tcPr marL="91261" marR="91261" marT="60841" marB="6084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Google Sans Text"/>
                        </a:rPr>
                        <a:t>Disadvantages</a:t>
                      </a:r>
                      <a:endParaRPr lang="en-US" sz="1800">
                        <a:solidFill>
                          <a:srgbClr val="1F1F1F"/>
                        </a:solidFill>
                        <a:effectLst/>
                        <a:latin typeface="Google Sans Text"/>
                      </a:endParaRPr>
                    </a:p>
                  </a:txBody>
                  <a:tcPr marL="91261" marR="91261" marT="60841" marB="6084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64420376"/>
                  </a:ext>
                </a:extLst>
              </a:tr>
              <a:tr h="1187643">
                <a:tc>
                  <a:txBody>
                    <a:bodyPr/>
                    <a:lstStyle/>
                    <a:p>
                      <a:pPr rtl="0">
                        <a:buNone/>
                      </a:pPr>
                      <a:r>
                        <a:rPr lang="en-US" sz="1800">
                          <a:solidFill>
                            <a:srgbClr val="1F1F1F"/>
                          </a:solidFill>
                          <a:effectLst/>
                          <a:latin typeface="Google Sans Text"/>
                        </a:rPr>
                        <a:t>No external fragmentation.</a:t>
                      </a:r>
                    </a:p>
                  </a:txBody>
                  <a:tcPr marL="91261" marR="91261" marT="60841" marB="6084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a:solidFill>
                            <a:srgbClr val="1F1F1F"/>
                          </a:solidFill>
                          <a:effectLst/>
                          <a:latin typeface="Google Sans Text"/>
                        </a:rPr>
                        <a:t>Can lead to </a:t>
                      </a:r>
                      <a:r>
                        <a:rPr lang="en-US" sz="1800" b="1">
                          <a:solidFill>
                            <a:srgbClr val="1F1F1F"/>
                          </a:solidFill>
                          <a:effectLst/>
                          <a:latin typeface="Google Sans Text"/>
                        </a:rPr>
                        <a:t>internal fragmentation</a:t>
                      </a:r>
                      <a:r>
                        <a:rPr lang="en-US" sz="1800">
                          <a:solidFill>
                            <a:srgbClr val="1F1F1F"/>
                          </a:solidFill>
                          <a:effectLst/>
                          <a:latin typeface="Google Sans Text"/>
                        </a:rPr>
                        <a:t> (if a process doesn't fill the last page).</a:t>
                      </a:r>
                    </a:p>
                  </a:txBody>
                  <a:tcPr marL="91261" marR="91261" marT="60841" marB="6084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60616607"/>
                  </a:ext>
                </a:extLst>
              </a:tr>
              <a:tr h="701617">
                <a:tc>
                  <a:txBody>
                    <a:bodyPr/>
                    <a:lstStyle/>
                    <a:p>
                      <a:pPr rtl="0">
                        <a:buNone/>
                      </a:pPr>
                      <a:r>
                        <a:rPr lang="en-US" sz="1800">
                          <a:solidFill>
                            <a:srgbClr val="1F1F1F"/>
                          </a:solidFill>
                          <a:effectLst/>
                          <a:latin typeface="Google Sans Text"/>
                        </a:rPr>
                        <a:t>Simplifies swapping and loading.</a:t>
                      </a:r>
                    </a:p>
                  </a:txBody>
                  <a:tcPr marL="91261" marR="91261" marT="60841" marB="6084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a:solidFill>
                            <a:srgbClr val="1F1F1F"/>
                          </a:solidFill>
                          <a:effectLst/>
                          <a:latin typeface="Google Sans Text"/>
                        </a:rPr>
                        <a:t>Memory overhead for storing page tables.</a:t>
                      </a:r>
                    </a:p>
                  </a:txBody>
                  <a:tcPr marL="91261" marR="91261" marT="60841" marB="6084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45233429"/>
                  </a:ext>
                </a:extLst>
              </a:tr>
              <a:tr h="701617">
                <a:tc>
                  <a:txBody>
                    <a:bodyPr/>
                    <a:lstStyle/>
                    <a:p>
                      <a:pPr rtl="0">
                        <a:buNone/>
                      </a:pPr>
                      <a:r>
                        <a:rPr lang="en-US" sz="1800">
                          <a:solidFill>
                            <a:srgbClr val="1F1F1F"/>
                          </a:solidFill>
                          <a:effectLst/>
                          <a:latin typeface="Google Sans Text"/>
                        </a:rPr>
                        <a:t>Efficient use of RAM.</a:t>
                      </a:r>
                    </a:p>
                  </a:txBody>
                  <a:tcPr marL="91261" marR="91261" marT="60841" marB="6084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Increased access time (if TLB miss occurs).</a:t>
                      </a:r>
                    </a:p>
                  </a:txBody>
                  <a:tcPr marL="91261" marR="91261" marT="60841" marB="6084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24814629"/>
                  </a:ext>
                </a:extLst>
              </a:tr>
            </a:tbl>
          </a:graphicData>
        </a:graphic>
      </p:graphicFrame>
    </p:spTree>
    <p:extLst>
      <p:ext uri="{BB962C8B-B14F-4D97-AF65-F5344CB8AC3E}">
        <p14:creationId xmlns:p14="http://schemas.microsoft.com/office/powerpoint/2010/main" val="3591555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CE595D9-27F3-FE1C-9A37-0F9F7903022E}"/>
              </a:ext>
            </a:extLst>
          </p:cNvPr>
          <p:cNvSpPr>
            <a:spLocks noGrp="1"/>
          </p:cNvSpPr>
          <p:nvPr>
            <p:ph type="ctrTitle"/>
          </p:nvPr>
        </p:nvSpPr>
        <p:spPr>
          <a:xfrm>
            <a:off x="811184" y="612647"/>
            <a:ext cx="10002589" cy="3657600"/>
          </a:xfrm>
        </p:spPr>
        <p:txBody>
          <a:bodyPr/>
          <a:lstStyle/>
          <a:p>
            <a:r>
              <a:rPr lang="en-US" dirty="0"/>
              <a:t>Thank you</a:t>
            </a:r>
          </a:p>
        </p:txBody>
      </p:sp>
    </p:spTree>
    <p:extLst>
      <p:ext uri="{BB962C8B-B14F-4D97-AF65-F5344CB8AC3E}">
        <p14:creationId xmlns:p14="http://schemas.microsoft.com/office/powerpoint/2010/main" val="3784505952"/>
      </p:ext>
    </p:extLst>
  </p:cSld>
  <p:clrMapOvr>
    <a:masterClrMapping/>
  </p:clrMapOvr>
</p:sld>
</file>

<file path=ppt/theme/theme1.xml><?xml version="1.0" encoding="utf-8"?>
<a:theme xmlns:a="http://schemas.openxmlformats.org/drawingml/2006/main" name="Custom">
  <a:themeElements>
    <a:clrScheme name="Training-presentation">
      <a:dk1>
        <a:srgbClr val="000000"/>
      </a:dk1>
      <a:lt1>
        <a:srgbClr val="FFFFFF"/>
      </a:lt1>
      <a:dk2>
        <a:srgbClr val="112CC1"/>
      </a:dk2>
      <a:lt2>
        <a:srgbClr val="E7E6E6"/>
      </a:lt2>
      <a:accent1>
        <a:srgbClr val="FF7128"/>
      </a:accent1>
      <a:accent2>
        <a:srgbClr val="FF2828"/>
      </a:accent2>
      <a:accent3>
        <a:srgbClr val="2849FD"/>
      </a:accent3>
      <a:accent4>
        <a:srgbClr val="D3DDFE"/>
      </a:accent4>
      <a:accent5>
        <a:srgbClr val="FBFF22"/>
      </a:accent5>
      <a:accent6>
        <a:srgbClr val="D90000"/>
      </a:accent6>
      <a:hlink>
        <a:srgbClr val="0563C1"/>
      </a:hlink>
      <a:folHlink>
        <a:srgbClr val="954F72"/>
      </a:folHlink>
    </a:clrScheme>
    <a:fontScheme name="Custom 12">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03460604_win32_SL_V10" id="{99B34821-6204-44CE-8DD7-2088F7B07FF3}" vid="{E244DE33-B49D-4797-B149-ADA6E5DF59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B6D968-3BA5-45CA-AFA4-01F84FB04FAA}">
  <ds:schemaRefs>
    <ds:schemaRef ds:uri="http://schemas.microsoft.com/sharepoint/v3/contenttype/forms"/>
  </ds:schemaRefs>
</ds:datastoreItem>
</file>

<file path=customXml/itemProps2.xml><?xml version="1.0" encoding="utf-8"?>
<ds:datastoreItem xmlns:ds="http://schemas.openxmlformats.org/officeDocument/2006/customXml" ds:itemID="{677C52C5-6F65-4D42-B855-A3283C55581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354E976-D9B8-49D6-BB1E-30B410663C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{BA13AE67-CA56-4937-98F2-08B5D7E60FF3}TF9de9d6eb-65d6-487b-af48-f077b562509aeb344968_win32-6a1f3ccf387e</Template>
  <TotalTime>35</TotalTime>
  <Words>317</Words>
  <Application>Microsoft Office PowerPoint</Application>
  <PresentationFormat>Widescreen</PresentationFormat>
  <Paragraphs>43</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Black</vt:lpstr>
      <vt:lpstr>Calibri</vt:lpstr>
      <vt:lpstr>Google Sans Text</vt:lpstr>
      <vt:lpstr>Custom</vt:lpstr>
      <vt:lpstr>About        Paging      In OS</vt:lpstr>
      <vt:lpstr>What is Paging in OS?</vt:lpstr>
      <vt:lpstr>Key Terminology</vt:lpstr>
      <vt:lpstr>Pages and Frames:</vt:lpstr>
      <vt:lpstr>Address Translation Mechanism</vt:lpstr>
      <vt:lpstr>The Page Table</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Sagar Thagunna</dc:creator>
  <cp:lastModifiedBy>Sagar Thagunna</cp:lastModifiedBy>
  <cp:revision>2</cp:revision>
  <dcterms:created xsi:type="dcterms:W3CDTF">2026-01-04T06:02:07Z</dcterms:created>
  <dcterms:modified xsi:type="dcterms:W3CDTF">2026-01-04T10:42:50Z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