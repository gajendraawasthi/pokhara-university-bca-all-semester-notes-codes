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4020-04C4-D02B-FD46-F5710F52FA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FAB7F8-43C2-5357-2DC4-62AC728EC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8CB7C-761A-09ED-6CC7-23A0F71F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7FFB0-C9F2-44B4-89F0-6EE9D107A925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34483-0EC0-AF68-F4A8-BD6CD07F7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5342C-018D-5E28-7B08-03EC3467E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34744-4C89-41A0-930D-509DF96C2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841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E450B-53E2-0952-B453-587DF8ACF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FCE8A-53B4-E657-4DF6-5351EAA01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D8E62-3CAD-31C7-026F-C3C7EFAF0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7FFB0-C9F2-44B4-89F0-6EE9D107A925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6BF65-8923-9DDE-C07A-7C0DF6CC8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4CFA8-2CA7-070D-E27C-67E2E61E1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34744-4C89-41A0-930D-509DF96C2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62FC8-7E39-A0D4-3E6E-BFB1A9F73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E9767-65EC-D540-E4D4-72176F3A8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9707C-7B84-28DF-8749-BF56FB155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7FFB0-C9F2-44B4-89F0-6EE9D107A925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11197-A955-5DBB-5335-46AB98E9A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018C1-DCAC-41BB-96B7-E300442E7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34744-4C89-41A0-930D-509DF96C2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473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6A1F9-A2F0-7686-34B2-FB334A023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BBC5A-CB06-C9EC-1CDC-E1711851A9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4AE7B7-CD6E-C55E-D14D-9049ABD8E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FCB89-C4B7-0BD7-BB27-80B55A2DD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7FFB0-C9F2-44B4-89F0-6EE9D107A925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9CE197-84A9-8B4A-5686-B694B3CAD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8541C6-684C-689F-B033-760CF67A1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34744-4C89-41A0-930D-509DF96C2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408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10534-2CF3-DE5C-80F2-2E12160AA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EE2B9-6B30-4A6F-3B24-041A56444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7355E-FB3B-E987-74CD-82466AF93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D77F1F-4DDD-DE00-0B4C-EA0322D22D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F57A08-18B3-F36B-13CC-32D1C0EC9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27D620-60C5-6DBB-9B8C-71B8F8EB2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7FFB0-C9F2-44B4-89F0-6EE9D107A925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5F1A83-60F1-E1A0-A982-74A703399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2AC5DF-D147-5A1D-F571-8E3B3B162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34744-4C89-41A0-930D-509DF96C2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268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2C2F5-18AA-9241-7470-780CC4C13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ACCE06-FD4C-6B0D-EEE2-D1DB841DF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7FFB0-C9F2-44B4-89F0-6EE9D107A925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0F80CB-27E9-255D-E591-C4E8F3497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026E1D-3573-A6BB-387D-6A9130A1F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34744-4C89-41A0-930D-509DF96C2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27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6D13F7-A71D-9206-6BE4-BE5CB69CA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7FFB0-C9F2-44B4-89F0-6EE9D107A925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57423E-01C9-24AA-AA71-E547734CD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04C863-2C2A-FCDA-AC7B-8AA415A0B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34744-4C89-41A0-930D-509DF96C2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254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36335-09C8-5412-E215-91A7E279A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F615D-5B7B-9731-2E9A-4E0C944D8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18673D-EA0A-389E-D204-41FA8C8E72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B20780-4C90-BB74-5E98-6A97DCE6F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7FFB0-C9F2-44B4-89F0-6EE9D107A925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E99ABF-049F-ACE4-DE44-676BFE7A8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F1DCBD-1EB1-52F1-9BCB-09483F581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34744-4C89-41A0-930D-509DF96C2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296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8A5D7-3D7D-E01D-D3C7-F5D619D35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84728C-D644-86A5-197C-FC727E7F76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D33ACF-5E37-4917-C008-4B0619C053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7DA253-80CB-FEE1-7145-B237B9EBA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7FFB0-C9F2-44B4-89F0-6EE9D107A925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647E5E-3DBB-ED56-7C4B-51AB02517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A852E-D826-D9DD-2410-1CF48741B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34744-4C89-41A0-930D-509DF96C2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528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CF326-2013-CE99-EB61-1E51C0D46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7A7CCF-4BD2-5330-F770-3072FEA19B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40B31-8D1D-44EC-A2E4-CDF5CC62E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7FFB0-C9F2-44B4-89F0-6EE9D107A925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F896B-600F-632E-32BB-65E7139EE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CCFB1-5A10-2976-DECF-46CE4A683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34744-4C89-41A0-930D-509DF96C2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071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B91055-192D-2674-56A1-C5E06F2960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B23CA6-FEDC-15BE-C9DB-D7E8B36971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11446-76F9-2BF9-5B49-0E829A789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7FFB0-C9F2-44B4-89F0-6EE9D107A925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D6845-59E8-A818-11A2-7EDB3DDCA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E9C8E-5DC6-2C65-5F0B-95EB4CB92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34744-4C89-41A0-930D-509DF96C2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930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FCB814-45FA-9E21-C06B-8C882BB13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DC62C9-08F2-8CFB-C2FF-33F9DFA71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1E618-E973-3E42-34CD-C16CC7A001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7FFB0-C9F2-44B4-89F0-6EE9D107A925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2CDAB-4ABA-C8CF-A17D-11DCC13CDD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8100B-82A0-AAF7-FCE2-CA921DDDF6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34744-4C89-41A0-930D-509DF96C2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854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0201E-8DFF-6880-9DF0-20E0846550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12EDDD-6B7F-3B9A-A489-792CF1F2A9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7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Kapil Dev Pant</dc:creator>
  <cp:lastModifiedBy>Kapil Dev Pant</cp:lastModifiedBy>
  <cp:revision>1</cp:revision>
  <dcterms:created xsi:type="dcterms:W3CDTF">2026-02-03T07:50:19Z</dcterms:created>
  <dcterms:modified xsi:type="dcterms:W3CDTF">2026-02-03T07:51:24Z</dcterms:modified>
</cp:coreProperties>
</file>