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325" autoAdjust="0"/>
  </p:normalViewPr>
  <p:slideViewPr>
    <p:cSldViewPr snapToGrid="0">
      <p:cViewPr varScale="1">
        <p:scale>
          <a:sx n="42" d="100"/>
          <a:sy n="42" d="100"/>
        </p:scale>
        <p:origin x="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40D43-D0CA-44B5-8918-C234F955DB2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ED260-D111-491D-AB9F-FC8569A2A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8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7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0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1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5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7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8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0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5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5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9840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49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7316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72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11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11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9D54-FA1C-4D9A-AFB3-4E944F34CC0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F5D5CB-4213-4614-B9B5-778CED92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7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92FD-177D-09D1-F99D-F97142F52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782698"/>
            <a:ext cx="8046720" cy="1646302"/>
          </a:xfrm>
        </p:spPr>
        <p:txBody>
          <a:bodyPr/>
          <a:lstStyle/>
          <a:p>
            <a:r>
              <a:rPr lang="en-US" dirty="0"/>
              <a:t>Unit 2</a:t>
            </a:r>
            <a:br>
              <a:rPr lang="en-US" dirty="0"/>
            </a:br>
            <a:r>
              <a:rPr lang="en-US" dirty="0"/>
              <a:t> ER and Relational Model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880BC-5E15-C96D-53C8-42C54B9E0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Kapil@nast.edu.np</a:t>
            </a:r>
          </a:p>
        </p:txBody>
      </p:sp>
    </p:spTree>
    <p:extLst>
      <p:ext uri="{BB962C8B-B14F-4D97-AF65-F5344CB8AC3E}">
        <p14:creationId xmlns:p14="http://schemas.microsoft.com/office/powerpoint/2010/main" val="376975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E064-23E7-CF00-BA02-E0567AF0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99880-F3BF-CC5A-AB68-1F9B9297D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957906" cy="388077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Introduction to ER Model: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Entity sets, attributes and values, Relationship sets- participation, entity’s role, descriptive attributes, degree of relationship set, Mapping Cardinalities, Attributes- simple, composite, single-valued, multi-valued, derived, Entity-Relationship (ER) Diagram, Specialization, Generalization, and Aggregation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 and its types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Reducing ER diagrams to Relational Schema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Structure of Relational Databases, Database Schema, Schema Diagrams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Relational Algebra</a:t>
            </a:r>
          </a:p>
        </p:txBody>
      </p:sp>
    </p:spTree>
    <p:extLst>
      <p:ext uri="{BB962C8B-B14F-4D97-AF65-F5344CB8AC3E}">
        <p14:creationId xmlns:p14="http://schemas.microsoft.com/office/powerpoint/2010/main" val="193736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8BBC9-7DA0-EE3E-55F3-044DDE23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E-R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7FFB-E5F3-AA5F-4949-775A1C159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Entity–relationship model (ER model) describes the structure of a database with the help of a diagram, which is known as Entity Relationship Diagram (ER Diagram).</a:t>
            </a:r>
          </a:p>
          <a:p>
            <a:r>
              <a:rPr lang="en-US" dirty="0"/>
              <a:t> An ER model is a design or blueprint of a database that can later be implemented as a database. The main components of E-R model are: entity set and relationship set.</a:t>
            </a:r>
          </a:p>
          <a:p>
            <a:r>
              <a:rPr lang="en-US" dirty="0"/>
              <a:t>An ER diagram shows the relationship among entity sets. </a:t>
            </a:r>
          </a:p>
          <a:p>
            <a:r>
              <a:rPr lang="en-US" dirty="0"/>
              <a:t>An entity set is a group of similar entities and these entities can have attributes</a:t>
            </a:r>
            <a:r>
              <a:rPr lang="en-US"/>
              <a:t>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23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F1B1-5E1A-4653-3264-CC1E6163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D90E-F465-216A-921C-CA1BF86D2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9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D2EC-F917-4F0D-5914-76DF3B1F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31465-485B-DF2F-4AED-0D68BC66A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901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484</TotalTime>
  <Words>192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Facet</vt:lpstr>
      <vt:lpstr>Unit 2  ER and Relational Model </vt:lpstr>
      <vt:lpstr>Contents </vt:lpstr>
      <vt:lpstr> E-R Model</vt:lpstr>
      <vt:lpstr>Questions</vt:lpstr>
      <vt:lpstr>Thank you 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Dev Pant</dc:creator>
  <cp:lastModifiedBy>Kapil Dev Pant</cp:lastModifiedBy>
  <cp:revision>123</cp:revision>
  <dcterms:created xsi:type="dcterms:W3CDTF">2026-04-28T00:12:22Z</dcterms:created>
  <dcterms:modified xsi:type="dcterms:W3CDTF">2026-05-11T16:21:21Z</dcterms:modified>
</cp:coreProperties>
</file>